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5" r:id="rId2"/>
    <p:sldId id="262" r:id="rId3"/>
    <p:sldId id="264" r:id="rId4"/>
    <p:sldId id="266" r:id="rId5"/>
    <p:sldId id="265" r:id="rId6"/>
    <p:sldId id="280" r:id="rId7"/>
    <p:sldId id="286" r:id="rId8"/>
    <p:sldId id="268" r:id="rId9"/>
    <p:sldId id="269" r:id="rId10"/>
    <p:sldId id="271" r:id="rId11"/>
    <p:sldId id="272" r:id="rId12"/>
    <p:sldId id="273" r:id="rId13"/>
    <p:sldId id="274" r:id="rId14"/>
    <p:sldId id="275" r:id="rId15"/>
    <p:sldId id="276" r:id="rId16"/>
    <p:sldId id="277" r:id="rId17"/>
    <p:sldId id="281" r:id="rId18"/>
    <p:sldId id="28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23E4118B-23EE-4EFC-A001-3C08FD2721DA}">
          <p14:sldIdLst>
            <p14:sldId id="285"/>
            <p14:sldId id="262"/>
            <p14:sldId id="264"/>
            <p14:sldId id="266"/>
            <p14:sldId id="265"/>
            <p14:sldId id="280"/>
            <p14:sldId id="286"/>
            <p14:sldId id="268"/>
            <p14:sldId id="269"/>
            <p14:sldId id="271"/>
            <p14:sldId id="272"/>
            <p14:sldId id="273"/>
            <p14:sldId id="274"/>
            <p14:sldId id="275"/>
            <p14:sldId id="276"/>
            <p14:sldId id="277"/>
            <p14:sldId id="281"/>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9A2ECE-5E2F-484D-B328-338F493ECEC9}" v="85" dt="2026-02-21T06:30:18.8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60" d="100"/>
          <a:sy n="60" d="100"/>
        </p:scale>
        <p:origin x="114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ppara032@gmail.com" userId="1485b3fde8e4b4b4" providerId="LiveId" clId="{8C6727F6-A62C-4986-81B4-2804A0FCFFC1}"/>
    <pc:docChg chg="custSel addSld delSld modSld sldOrd modSection">
      <pc:chgData name="juppara032@gmail.com" userId="1485b3fde8e4b4b4" providerId="LiveId" clId="{8C6727F6-A62C-4986-81B4-2804A0FCFFC1}" dt="2026-02-21T06:41:37.607" v="1345"/>
      <pc:docMkLst>
        <pc:docMk/>
      </pc:docMkLst>
      <pc:sldChg chg="modSp del mod">
        <pc:chgData name="juppara032@gmail.com" userId="1485b3fde8e4b4b4" providerId="LiveId" clId="{8C6727F6-A62C-4986-81B4-2804A0FCFFC1}" dt="2026-02-21T06:19:00.947" v="1032" actId="47"/>
        <pc:sldMkLst>
          <pc:docMk/>
          <pc:sldMk cId="1636025023" sldId="261"/>
        </pc:sldMkLst>
        <pc:spChg chg="mod">
          <ac:chgData name="juppara032@gmail.com" userId="1485b3fde8e4b4b4" providerId="LiveId" clId="{8C6727F6-A62C-4986-81B4-2804A0FCFFC1}" dt="2026-02-21T05:59:07.575" v="935" actId="1038"/>
          <ac:spMkLst>
            <pc:docMk/>
            <pc:sldMk cId="1636025023" sldId="261"/>
            <ac:spMk id="2" creationId="{1A5704A2-761A-7844-1094-C5BA8B7A3C20}"/>
          </ac:spMkLst>
        </pc:spChg>
        <pc:spChg chg="mod">
          <ac:chgData name="juppara032@gmail.com" userId="1485b3fde8e4b4b4" providerId="LiveId" clId="{8C6727F6-A62C-4986-81B4-2804A0FCFFC1}" dt="2026-02-21T06:00:05.111" v="944" actId="1076"/>
          <ac:spMkLst>
            <pc:docMk/>
            <pc:sldMk cId="1636025023" sldId="261"/>
            <ac:spMk id="4" creationId="{267B946F-9EE8-FD3B-C4DA-C362C554D26D}"/>
          </ac:spMkLst>
        </pc:spChg>
      </pc:sldChg>
      <pc:sldChg chg="addSp modSp new mod">
        <pc:chgData name="juppara032@gmail.com" userId="1485b3fde8e4b4b4" providerId="LiveId" clId="{8C6727F6-A62C-4986-81B4-2804A0FCFFC1}" dt="2026-02-21T05:47:05.657" v="805" actId="113"/>
        <pc:sldMkLst>
          <pc:docMk/>
          <pc:sldMk cId="2731054345" sldId="262"/>
        </pc:sldMkLst>
        <pc:spChg chg="add mod">
          <ac:chgData name="juppara032@gmail.com" userId="1485b3fde8e4b4b4" providerId="LiveId" clId="{8C6727F6-A62C-4986-81B4-2804A0FCFFC1}" dt="2026-02-21T05:18:04.446" v="26" actId="207"/>
          <ac:spMkLst>
            <pc:docMk/>
            <pc:sldMk cId="2731054345" sldId="262"/>
            <ac:spMk id="4" creationId="{8BC3CD54-B8C1-196B-48CF-DD0E85762228}"/>
          </ac:spMkLst>
        </pc:spChg>
        <pc:spChg chg="add mod">
          <ac:chgData name="juppara032@gmail.com" userId="1485b3fde8e4b4b4" providerId="LiveId" clId="{8C6727F6-A62C-4986-81B4-2804A0FCFFC1}" dt="2026-02-21T05:47:05.657" v="805" actId="113"/>
          <ac:spMkLst>
            <pc:docMk/>
            <pc:sldMk cId="2731054345" sldId="262"/>
            <ac:spMk id="5" creationId="{A9882BC4-6205-DF7B-4371-33AF6728A265}"/>
          </ac:spMkLst>
        </pc:spChg>
        <pc:picChg chg="add mod">
          <ac:chgData name="juppara032@gmail.com" userId="1485b3fde8e4b4b4" providerId="LiveId" clId="{8C6727F6-A62C-4986-81B4-2804A0FCFFC1}" dt="2026-02-21T05:11:21.731" v="7" actId="1076"/>
          <ac:picMkLst>
            <pc:docMk/>
            <pc:sldMk cId="2731054345" sldId="262"/>
            <ac:picMk id="3" creationId="{160AE92A-6159-2C44-5EF3-79821192DB7D}"/>
          </ac:picMkLst>
        </pc:picChg>
      </pc:sldChg>
      <pc:sldChg chg="modSp del mod">
        <pc:chgData name="juppara032@gmail.com" userId="1485b3fde8e4b4b4" providerId="LiveId" clId="{8C6727F6-A62C-4986-81B4-2804A0FCFFC1}" dt="2026-02-21T05:10:40.242" v="1" actId="47"/>
        <pc:sldMkLst>
          <pc:docMk/>
          <pc:sldMk cId="4130188500" sldId="262"/>
        </pc:sldMkLst>
        <pc:picChg chg="mod">
          <ac:chgData name="juppara032@gmail.com" userId="1485b3fde8e4b4b4" providerId="LiveId" clId="{8C6727F6-A62C-4986-81B4-2804A0FCFFC1}" dt="2026-02-21T05:10:37.938" v="0" actId="1076"/>
          <ac:picMkLst>
            <pc:docMk/>
            <pc:sldMk cId="4130188500" sldId="262"/>
            <ac:picMk id="4" creationId="{3F09E5E1-8528-30C3-792E-E19FBB2F93A0}"/>
          </ac:picMkLst>
        </pc:picChg>
      </pc:sldChg>
      <pc:sldChg chg="new del">
        <pc:chgData name="juppara032@gmail.com" userId="1485b3fde8e4b4b4" providerId="LiveId" clId="{8C6727F6-A62C-4986-81B4-2804A0FCFFC1}" dt="2026-02-21T05:11:34.935" v="9" actId="47"/>
        <pc:sldMkLst>
          <pc:docMk/>
          <pc:sldMk cId="1897276936" sldId="263"/>
        </pc:sldMkLst>
      </pc:sldChg>
      <pc:sldChg chg="addSp delSp modSp add mod">
        <pc:chgData name="juppara032@gmail.com" userId="1485b3fde8e4b4b4" providerId="LiveId" clId="{8C6727F6-A62C-4986-81B4-2804A0FCFFC1}" dt="2026-02-21T05:47:48.656" v="822" actId="255"/>
        <pc:sldMkLst>
          <pc:docMk/>
          <pc:sldMk cId="3585334015" sldId="264"/>
        </pc:sldMkLst>
        <pc:spChg chg="add mod">
          <ac:chgData name="juppara032@gmail.com" userId="1485b3fde8e4b4b4" providerId="LiveId" clId="{8C6727F6-A62C-4986-81B4-2804A0FCFFC1}" dt="2026-02-21T05:20:17.673" v="127" actId="14100"/>
          <ac:spMkLst>
            <pc:docMk/>
            <pc:sldMk cId="3585334015" sldId="264"/>
            <ac:spMk id="2" creationId="{2B2565E0-40C0-6FD5-46B3-950099C9E26F}"/>
          </ac:spMkLst>
        </pc:spChg>
        <pc:spChg chg="add mod">
          <ac:chgData name="juppara032@gmail.com" userId="1485b3fde8e4b4b4" providerId="LiveId" clId="{8C6727F6-A62C-4986-81B4-2804A0FCFFC1}" dt="2026-02-21T05:47:48.656" v="822" actId="255"/>
          <ac:spMkLst>
            <pc:docMk/>
            <pc:sldMk cId="3585334015" sldId="264"/>
            <ac:spMk id="4" creationId="{685F0BD8-7D03-01EB-3B15-A60A091D9897}"/>
          </ac:spMkLst>
        </pc:spChg>
        <pc:spChg chg="add del mod">
          <ac:chgData name="juppara032@gmail.com" userId="1485b3fde8e4b4b4" providerId="LiveId" clId="{8C6727F6-A62C-4986-81B4-2804A0FCFFC1}" dt="2026-02-21T05:20:52.520" v="133"/>
          <ac:spMkLst>
            <pc:docMk/>
            <pc:sldMk cId="3585334015" sldId="264"/>
            <ac:spMk id="5" creationId="{61821310-0160-70CB-5E3F-5D87B66FDCFF}"/>
          </ac:spMkLst>
        </pc:spChg>
      </pc:sldChg>
      <pc:sldChg chg="addSp modSp add mod">
        <pc:chgData name="juppara032@gmail.com" userId="1485b3fde8e4b4b4" providerId="LiveId" clId="{8C6727F6-A62C-4986-81B4-2804A0FCFFC1}" dt="2026-02-21T06:06:54.240" v="1013" actId="20577"/>
        <pc:sldMkLst>
          <pc:docMk/>
          <pc:sldMk cId="911024150" sldId="265"/>
        </pc:sldMkLst>
        <pc:spChg chg="add mod">
          <ac:chgData name="juppara032@gmail.com" userId="1485b3fde8e4b4b4" providerId="LiveId" clId="{8C6727F6-A62C-4986-81B4-2804A0FCFFC1}" dt="2026-02-21T05:22:30.152" v="165" actId="207"/>
          <ac:spMkLst>
            <pc:docMk/>
            <pc:sldMk cId="911024150" sldId="265"/>
            <ac:spMk id="2" creationId="{5D1330A5-22E0-B9FC-665D-DFC9DF52DE21}"/>
          </ac:spMkLst>
        </pc:spChg>
        <pc:spChg chg="add mod">
          <ac:chgData name="juppara032@gmail.com" userId="1485b3fde8e4b4b4" providerId="LiveId" clId="{8C6727F6-A62C-4986-81B4-2804A0FCFFC1}" dt="2026-02-21T06:06:54.240" v="1013" actId="20577"/>
          <ac:spMkLst>
            <pc:docMk/>
            <pc:sldMk cId="911024150" sldId="265"/>
            <ac:spMk id="5" creationId="{92F6A52B-0B09-B508-6EA6-84690AF047C6}"/>
          </ac:spMkLst>
        </pc:spChg>
      </pc:sldChg>
      <pc:sldChg chg="addSp modSp add mod ord">
        <pc:chgData name="juppara032@gmail.com" userId="1485b3fde8e4b4b4" providerId="LiveId" clId="{8C6727F6-A62C-4986-81B4-2804A0FCFFC1}" dt="2026-02-21T06:41:37.607" v="1345"/>
        <pc:sldMkLst>
          <pc:docMk/>
          <pc:sldMk cId="3681095405" sldId="266"/>
        </pc:sldMkLst>
        <pc:spChg chg="add mod">
          <ac:chgData name="juppara032@gmail.com" userId="1485b3fde8e4b4b4" providerId="LiveId" clId="{8C6727F6-A62C-4986-81B4-2804A0FCFFC1}" dt="2026-02-21T05:40:56.119" v="661" actId="20577"/>
          <ac:spMkLst>
            <pc:docMk/>
            <pc:sldMk cId="3681095405" sldId="266"/>
            <ac:spMk id="2" creationId="{F336BD81-5BF9-09B3-5423-116A9A9541CD}"/>
          </ac:spMkLst>
        </pc:spChg>
        <pc:spChg chg="add mod">
          <ac:chgData name="juppara032@gmail.com" userId="1485b3fde8e4b4b4" providerId="LiveId" clId="{8C6727F6-A62C-4986-81B4-2804A0FCFFC1}" dt="2026-02-21T06:07:58.335" v="1026" actId="1076"/>
          <ac:spMkLst>
            <pc:docMk/>
            <pc:sldMk cId="3681095405" sldId="266"/>
            <ac:spMk id="5" creationId="{190495BA-65DD-EF41-8D52-1A2532A4FA7F}"/>
          </ac:spMkLst>
        </pc:spChg>
      </pc:sldChg>
      <pc:sldChg chg="addSp delSp modSp add del mod ord">
        <pc:chgData name="juppara032@gmail.com" userId="1485b3fde8e4b4b4" providerId="LiveId" clId="{8C6727F6-A62C-4986-81B4-2804A0FCFFC1}" dt="2026-02-21T05:45:54.626" v="799" actId="47"/>
        <pc:sldMkLst>
          <pc:docMk/>
          <pc:sldMk cId="2148008812" sldId="267"/>
        </pc:sldMkLst>
        <pc:spChg chg="del mod">
          <ac:chgData name="juppara032@gmail.com" userId="1485b3fde8e4b4b4" providerId="LiveId" clId="{8C6727F6-A62C-4986-81B4-2804A0FCFFC1}" dt="2026-02-21T05:45:25.143" v="791" actId="478"/>
          <ac:spMkLst>
            <pc:docMk/>
            <pc:sldMk cId="2148008812" sldId="267"/>
            <ac:spMk id="2" creationId="{B926BFC4-8858-C6DE-9637-6F715D1C8563}"/>
          </ac:spMkLst>
        </pc:spChg>
        <pc:picChg chg="add mod">
          <ac:chgData name="juppara032@gmail.com" userId="1485b3fde8e4b4b4" providerId="LiveId" clId="{8C6727F6-A62C-4986-81B4-2804A0FCFFC1}" dt="2026-02-21T05:45:27.233" v="792" actId="1076"/>
          <ac:picMkLst>
            <pc:docMk/>
            <pc:sldMk cId="2148008812" sldId="267"/>
            <ac:picMk id="1026" creationId="{E49692A9-9AB4-A187-1C9F-BD05BAABAD0F}"/>
          </ac:picMkLst>
        </pc:picChg>
      </pc:sldChg>
      <pc:sldChg chg="addSp delSp modSp add mod">
        <pc:chgData name="juppara032@gmail.com" userId="1485b3fde8e4b4b4" providerId="LiveId" clId="{8C6727F6-A62C-4986-81B4-2804A0FCFFC1}" dt="2026-02-21T06:05:14.651" v="976" actId="20577"/>
        <pc:sldMkLst>
          <pc:docMk/>
          <pc:sldMk cId="1526345882" sldId="268"/>
        </pc:sldMkLst>
        <pc:spChg chg="mod">
          <ac:chgData name="juppara032@gmail.com" userId="1485b3fde8e4b4b4" providerId="LiveId" clId="{8C6727F6-A62C-4986-81B4-2804A0FCFFC1}" dt="2026-02-21T05:25:26.472" v="215" actId="6549"/>
          <ac:spMkLst>
            <pc:docMk/>
            <pc:sldMk cId="1526345882" sldId="268"/>
            <ac:spMk id="2" creationId="{7C45BA30-E02B-ACC4-0660-D733D9F22FA5}"/>
          </ac:spMkLst>
        </pc:spChg>
        <pc:spChg chg="add mod">
          <ac:chgData name="juppara032@gmail.com" userId="1485b3fde8e4b4b4" providerId="LiveId" clId="{8C6727F6-A62C-4986-81B4-2804A0FCFFC1}" dt="2026-02-21T06:05:14.651" v="976" actId="20577"/>
          <ac:spMkLst>
            <pc:docMk/>
            <pc:sldMk cId="1526345882" sldId="268"/>
            <ac:spMk id="4" creationId="{227CA9A6-AB2C-969D-F711-F2AC1027A616}"/>
          </ac:spMkLst>
        </pc:spChg>
        <pc:spChg chg="add del mod">
          <ac:chgData name="juppara032@gmail.com" userId="1485b3fde8e4b4b4" providerId="LiveId" clId="{8C6727F6-A62C-4986-81B4-2804A0FCFFC1}" dt="2026-02-21T05:25:55.763" v="222"/>
          <ac:spMkLst>
            <pc:docMk/>
            <pc:sldMk cId="1526345882" sldId="268"/>
            <ac:spMk id="5" creationId="{A8C634B7-81EE-0416-ACB4-A95165D225CF}"/>
          </ac:spMkLst>
        </pc:spChg>
      </pc:sldChg>
      <pc:sldChg chg="addSp delSp modSp add mod">
        <pc:chgData name="juppara032@gmail.com" userId="1485b3fde8e4b4b4" providerId="LiveId" clId="{8C6727F6-A62C-4986-81B4-2804A0FCFFC1}" dt="2026-02-21T06:05:23.209" v="978" actId="20577"/>
        <pc:sldMkLst>
          <pc:docMk/>
          <pc:sldMk cId="2639623057" sldId="269"/>
        </pc:sldMkLst>
        <pc:spChg chg="mod">
          <ac:chgData name="juppara032@gmail.com" userId="1485b3fde8e4b4b4" providerId="LiveId" clId="{8C6727F6-A62C-4986-81B4-2804A0FCFFC1}" dt="2026-02-21T05:27:08.466" v="274" actId="14100"/>
          <ac:spMkLst>
            <pc:docMk/>
            <pc:sldMk cId="2639623057" sldId="269"/>
            <ac:spMk id="2" creationId="{CAFE1DDB-A60C-6147-A2E3-FACB8C9E8A3C}"/>
          </ac:spMkLst>
        </pc:spChg>
        <pc:spChg chg="add del mod">
          <ac:chgData name="juppara032@gmail.com" userId="1485b3fde8e4b4b4" providerId="LiveId" clId="{8C6727F6-A62C-4986-81B4-2804A0FCFFC1}" dt="2026-02-21T05:27:55.605" v="287"/>
          <ac:spMkLst>
            <pc:docMk/>
            <pc:sldMk cId="2639623057" sldId="269"/>
            <ac:spMk id="4" creationId="{BCA07C56-C12D-9EAD-3C53-0555E9BC4743}"/>
          </ac:spMkLst>
        </pc:spChg>
        <pc:spChg chg="add mod">
          <ac:chgData name="juppara032@gmail.com" userId="1485b3fde8e4b4b4" providerId="LiveId" clId="{8C6727F6-A62C-4986-81B4-2804A0FCFFC1}" dt="2026-02-21T06:05:23.209" v="978" actId="20577"/>
          <ac:spMkLst>
            <pc:docMk/>
            <pc:sldMk cId="2639623057" sldId="269"/>
            <ac:spMk id="5" creationId="{1E590964-6E5F-6BF7-C737-E79B0C353B93}"/>
          </ac:spMkLst>
        </pc:spChg>
      </pc:sldChg>
      <pc:sldChg chg="addSp modSp add del mod">
        <pc:chgData name="juppara032@gmail.com" userId="1485b3fde8e4b4b4" providerId="LiveId" clId="{8C6727F6-A62C-4986-81B4-2804A0FCFFC1}" dt="2026-02-21T06:19:47.391" v="1035" actId="47"/>
        <pc:sldMkLst>
          <pc:docMk/>
          <pc:sldMk cId="285941347" sldId="270"/>
        </pc:sldMkLst>
        <pc:spChg chg="mod">
          <ac:chgData name="juppara032@gmail.com" userId="1485b3fde8e4b4b4" providerId="LiveId" clId="{8C6727F6-A62C-4986-81B4-2804A0FCFFC1}" dt="2026-02-21T05:29:36.244" v="319" actId="20577"/>
          <ac:spMkLst>
            <pc:docMk/>
            <pc:sldMk cId="285941347" sldId="270"/>
            <ac:spMk id="2" creationId="{A3C1BA3D-BEE2-25B2-8987-957D7936DE57}"/>
          </ac:spMkLst>
        </pc:spChg>
        <pc:spChg chg="add mod">
          <ac:chgData name="juppara032@gmail.com" userId="1485b3fde8e4b4b4" providerId="LiveId" clId="{8C6727F6-A62C-4986-81B4-2804A0FCFFC1}" dt="2026-02-21T05:29:23.058" v="301" actId="255"/>
          <ac:spMkLst>
            <pc:docMk/>
            <pc:sldMk cId="285941347" sldId="270"/>
            <ac:spMk id="4" creationId="{FB64CA4C-A725-FEB8-F764-68F2DC215F60}"/>
          </ac:spMkLst>
        </pc:spChg>
      </pc:sldChg>
      <pc:sldChg chg="addSp delSp modSp add mod">
        <pc:chgData name="juppara032@gmail.com" userId="1485b3fde8e4b4b4" providerId="LiveId" clId="{8C6727F6-A62C-4986-81B4-2804A0FCFFC1}" dt="2026-02-21T06:05:40.299" v="981" actId="20577"/>
        <pc:sldMkLst>
          <pc:docMk/>
          <pc:sldMk cId="2083290297" sldId="271"/>
        </pc:sldMkLst>
        <pc:spChg chg="mod">
          <ac:chgData name="juppara032@gmail.com" userId="1485b3fde8e4b4b4" providerId="LiveId" clId="{8C6727F6-A62C-4986-81B4-2804A0FCFFC1}" dt="2026-02-21T05:31:07.067" v="364" actId="1076"/>
          <ac:spMkLst>
            <pc:docMk/>
            <pc:sldMk cId="2083290297" sldId="271"/>
            <ac:spMk id="2" creationId="{A3639843-2D0E-8DF1-3709-9F62AB44AE20}"/>
          </ac:spMkLst>
        </pc:spChg>
        <pc:spChg chg="add mod">
          <ac:chgData name="juppara032@gmail.com" userId="1485b3fde8e4b4b4" providerId="LiveId" clId="{8C6727F6-A62C-4986-81B4-2804A0FCFFC1}" dt="2026-02-21T06:05:40.299" v="981" actId="20577"/>
          <ac:spMkLst>
            <pc:docMk/>
            <pc:sldMk cId="2083290297" sldId="271"/>
            <ac:spMk id="4" creationId="{7E7ACCC6-094D-BA7D-F561-667CF3F1369B}"/>
          </ac:spMkLst>
        </pc:spChg>
        <pc:spChg chg="add del mod">
          <ac:chgData name="juppara032@gmail.com" userId="1485b3fde8e4b4b4" providerId="LiveId" clId="{8C6727F6-A62C-4986-81B4-2804A0FCFFC1}" dt="2026-02-21T05:30:41.136" v="332"/>
          <ac:spMkLst>
            <pc:docMk/>
            <pc:sldMk cId="2083290297" sldId="271"/>
            <ac:spMk id="5" creationId="{2126004E-5593-184F-5872-5D120DFEB46B}"/>
          </ac:spMkLst>
        </pc:spChg>
      </pc:sldChg>
      <pc:sldChg chg="addSp delSp modSp add mod">
        <pc:chgData name="juppara032@gmail.com" userId="1485b3fde8e4b4b4" providerId="LiveId" clId="{8C6727F6-A62C-4986-81B4-2804A0FCFFC1}" dt="2026-02-21T06:05:48.641" v="982" actId="20577"/>
        <pc:sldMkLst>
          <pc:docMk/>
          <pc:sldMk cId="4005700504" sldId="272"/>
        </pc:sldMkLst>
        <pc:spChg chg="mod">
          <ac:chgData name="juppara032@gmail.com" userId="1485b3fde8e4b4b4" providerId="LiveId" clId="{8C6727F6-A62C-4986-81B4-2804A0FCFFC1}" dt="2026-02-21T05:31:36.855" v="398" actId="20577"/>
          <ac:spMkLst>
            <pc:docMk/>
            <pc:sldMk cId="4005700504" sldId="272"/>
            <ac:spMk id="2" creationId="{B831D2DC-0D39-9DAD-0B2B-3A110033A8EB}"/>
          </ac:spMkLst>
        </pc:spChg>
        <pc:spChg chg="add mod">
          <ac:chgData name="juppara032@gmail.com" userId="1485b3fde8e4b4b4" providerId="LiveId" clId="{8C6727F6-A62C-4986-81B4-2804A0FCFFC1}" dt="2026-02-21T06:05:48.641" v="982" actId="20577"/>
          <ac:spMkLst>
            <pc:docMk/>
            <pc:sldMk cId="4005700504" sldId="272"/>
            <ac:spMk id="4" creationId="{AD31375F-F528-49B3-B205-C3D0309E2D1D}"/>
          </ac:spMkLst>
        </pc:spChg>
        <pc:spChg chg="add del mod">
          <ac:chgData name="juppara032@gmail.com" userId="1485b3fde8e4b4b4" providerId="LiveId" clId="{8C6727F6-A62C-4986-81B4-2804A0FCFFC1}" dt="2026-02-21T05:32:13.443" v="408"/>
          <ac:spMkLst>
            <pc:docMk/>
            <pc:sldMk cId="4005700504" sldId="272"/>
            <ac:spMk id="5" creationId="{84393B29-5547-2651-D496-CEDEAFFFDC94}"/>
          </ac:spMkLst>
        </pc:spChg>
      </pc:sldChg>
      <pc:sldChg chg="addSp modSp add mod">
        <pc:chgData name="juppara032@gmail.com" userId="1485b3fde8e4b4b4" providerId="LiveId" clId="{8C6727F6-A62C-4986-81B4-2804A0FCFFC1}" dt="2026-02-21T05:33:37.352" v="446" actId="255"/>
        <pc:sldMkLst>
          <pc:docMk/>
          <pc:sldMk cId="3387445408" sldId="273"/>
        </pc:sldMkLst>
        <pc:spChg chg="mod">
          <ac:chgData name="juppara032@gmail.com" userId="1485b3fde8e4b4b4" providerId="LiveId" clId="{8C6727F6-A62C-4986-81B4-2804A0FCFFC1}" dt="2026-02-21T05:32:55.825" v="437" actId="20577"/>
          <ac:spMkLst>
            <pc:docMk/>
            <pc:sldMk cId="3387445408" sldId="273"/>
            <ac:spMk id="2" creationId="{A37E68F5-D729-50D2-0F4C-DDA0F4638D7F}"/>
          </ac:spMkLst>
        </pc:spChg>
        <pc:spChg chg="add mod">
          <ac:chgData name="juppara032@gmail.com" userId="1485b3fde8e4b4b4" providerId="LiveId" clId="{8C6727F6-A62C-4986-81B4-2804A0FCFFC1}" dt="2026-02-21T05:33:37.352" v="446" actId="255"/>
          <ac:spMkLst>
            <pc:docMk/>
            <pc:sldMk cId="3387445408" sldId="273"/>
            <ac:spMk id="5" creationId="{A217DD16-4BAA-C35F-34DD-B246A09F72C1}"/>
          </ac:spMkLst>
        </pc:spChg>
      </pc:sldChg>
      <pc:sldChg chg="addSp modSp add mod">
        <pc:chgData name="juppara032@gmail.com" userId="1485b3fde8e4b4b4" providerId="LiveId" clId="{8C6727F6-A62C-4986-81B4-2804A0FCFFC1}" dt="2026-02-21T05:34:16.789" v="464" actId="20577"/>
        <pc:sldMkLst>
          <pc:docMk/>
          <pc:sldMk cId="1598735737" sldId="274"/>
        </pc:sldMkLst>
        <pc:spChg chg="mod">
          <ac:chgData name="juppara032@gmail.com" userId="1485b3fde8e4b4b4" providerId="LiveId" clId="{8C6727F6-A62C-4986-81B4-2804A0FCFFC1}" dt="2026-02-21T05:34:16.789" v="464" actId="20577"/>
          <ac:spMkLst>
            <pc:docMk/>
            <pc:sldMk cId="1598735737" sldId="274"/>
            <ac:spMk id="2" creationId="{31BC6710-911A-58F3-1B7B-DAF9DF85786E}"/>
          </ac:spMkLst>
        </pc:spChg>
        <pc:picChg chg="add mod">
          <ac:chgData name="juppara032@gmail.com" userId="1485b3fde8e4b4b4" providerId="LiveId" clId="{8C6727F6-A62C-4986-81B4-2804A0FCFFC1}" dt="2026-02-21T05:34:10.636" v="452"/>
          <ac:picMkLst>
            <pc:docMk/>
            <pc:sldMk cId="1598735737" sldId="274"/>
            <ac:picMk id="4" creationId="{A6107720-8FED-7A59-574B-155ABF370CAA}"/>
          </ac:picMkLst>
        </pc:picChg>
      </pc:sldChg>
      <pc:sldChg chg="addSp modSp add mod">
        <pc:chgData name="juppara032@gmail.com" userId="1485b3fde8e4b4b4" providerId="LiveId" clId="{8C6727F6-A62C-4986-81B4-2804A0FCFFC1}" dt="2026-02-21T06:05:56.278" v="983" actId="20577"/>
        <pc:sldMkLst>
          <pc:docMk/>
          <pc:sldMk cId="1814503397" sldId="275"/>
        </pc:sldMkLst>
        <pc:spChg chg="mod">
          <ac:chgData name="juppara032@gmail.com" userId="1485b3fde8e4b4b4" providerId="LiveId" clId="{8C6727F6-A62C-4986-81B4-2804A0FCFFC1}" dt="2026-02-21T05:34:47.600" v="504" actId="14100"/>
          <ac:spMkLst>
            <pc:docMk/>
            <pc:sldMk cId="1814503397" sldId="275"/>
            <ac:spMk id="2" creationId="{2EE7E5B4-577C-59F8-7C19-A2BA695B2960}"/>
          </ac:spMkLst>
        </pc:spChg>
        <pc:spChg chg="add mod">
          <ac:chgData name="juppara032@gmail.com" userId="1485b3fde8e4b4b4" providerId="LiveId" clId="{8C6727F6-A62C-4986-81B4-2804A0FCFFC1}" dt="2026-02-21T06:05:56.278" v="983" actId="20577"/>
          <ac:spMkLst>
            <pc:docMk/>
            <pc:sldMk cId="1814503397" sldId="275"/>
            <ac:spMk id="5" creationId="{87356756-38B5-52E6-8955-2CAAF8875006}"/>
          </ac:spMkLst>
        </pc:spChg>
      </pc:sldChg>
      <pc:sldChg chg="addSp modSp add mod">
        <pc:chgData name="juppara032@gmail.com" userId="1485b3fde8e4b4b4" providerId="LiveId" clId="{8C6727F6-A62C-4986-81B4-2804A0FCFFC1}" dt="2026-02-21T06:06:02.515" v="984" actId="20577"/>
        <pc:sldMkLst>
          <pc:docMk/>
          <pc:sldMk cId="3366804206" sldId="276"/>
        </pc:sldMkLst>
        <pc:spChg chg="mod">
          <ac:chgData name="juppara032@gmail.com" userId="1485b3fde8e4b4b4" providerId="LiveId" clId="{8C6727F6-A62C-4986-81B4-2804A0FCFFC1}" dt="2026-02-21T05:36:07.262" v="540" actId="20577"/>
          <ac:spMkLst>
            <pc:docMk/>
            <pc:sldMk cId="3366804206" sldId="276"/>
            <ac:spMk id="2" creationId="{C5A88F1B-433F-594E-0514-CA094FDCCA11}"/>
          </ac:spMkLst>
        </pc:spChg>
        <pc:spChg chg="add mod">
          <ac:chgData name="juppara032@gmail.com" userId="1485b3fde8e4b4b4" providerId="LiveId" clId="{8C6727F6-A62C-4986-81B4-2804A0FCFFC1}" dt="2026-02-21T06:06:02.515" v="984" actId="20577"/>
          <ac:spMkLst>
            <pc:docMk/>
            <pc:sldMk cId="3366804206" sldId="276"/>
            <ac:spMk id="5" creationId="{B5E7B9B6-4679-E326-C28B-55BD6808C819}"/>
          </ac:spMkLst>
        </pc:spChg>
      </pc:sldChg>
      <pc:sldChg chg="addSp modSp add mod">
        <pc:chgData name="juppara032@gmail.com" userId="1485b3fde8e4b4b4" providerId="LiveId" clId="{8C6727F6-A62C-4986-81B4-2804A0FCFFC1}" dt="2026-02-21T05:37:32.503" v="610" actId="14100"/>
        <pc:sldMkLst>
          <pc:docMk/>
          <pc:sldMk cId="2381160939" sldId="277"/>
        </pc:sldMkLst>
        <pc:spChg chg="mod">
          <ac:chgData name="juppara032@gmail.com" userId="1485b3fde8e4b4b4" providerId="LiveId" clId="{8C6727F6-A62C-4986-81B4-2804A0FCFFC1}" dt="2026-02-21T05:37:16.901" v="605" actId="20577"/>
          <ac:spMkLst>
            <pc:docMk/>
            <pc:sldMk cId="2381160939" sldId="277"/>
            <ac:spMk id="2" creationId="{A0FED178-9E0E-F376-9027-26F3A7DD0C30}"/>
          </ac:spMkLst>
        </pc:spChg>
        <pc:spChg chg="add mod">
          <ac:chgData name="juppara032@gmail.com" userId="1485b3fde8e4b4b4" providerId="LiveId" clId="{8C6727F6-A62C-4986-81B4-2804A0FCFFC1}" dt="2026-02-21T05:37:32.503" v="610" actId="14100"/>
          <ac:spMkLst>
            <pc:docMk/>
            <pc:sldMk cId="2381160939" sldId="277"/>
            <ac:spMk id="5" creationId="{C2ADC9B8-F3AE-9F15-8149-F4CD4CCEF143}"/>
          </ac:spMkLst>
        </pc:spChg>
      </pc:sldChg>
      <pc:sldChg chg="add del">
        <pc:chgData name="juppara032@gmail.com" userId="1485b3fde8e4b4b4" providerId="LiveId" clId="{8C6727F6-A62C-4986-81B4-2804A0FCFFC1}" dt="2026-02-21T05:37:58.005" v="611" actId="47"/>
        <pc:sldMkLst>
          <pc:docMk/>
          <pc:sldMk cId="4198482409" sldId="278"/>
        </pc:sldMkLst>
      </pc:sldChg>
      <pc:sldChg chg="delSp modSp add del mod">
        <pc:chgData name="juppara032@gmail.com" userId="1485b3fde8e4b4b4" providerId="LiveId" clId="{8C6727F6-A62C-4986-81B4-2804A0FCFFC1}" dt="2026-02-21T05:45:38.504" v="795" actId="47"/>
        <pc:sldMkLst>
          <pc:docMk/>
          <pc:sldMk cId="4279787974" sldId="278"/>
        </pc:sldMkLst>
        <pc:spChg chg="del mod">
          <ac:chgData name="juppara032@gmail.com" userId="1485b3fde8e4b4b4" providerId="LiveId" clId="{8C6727F6-A62C-4986-81B4-2804A0FCFFC1}" dt="2026-02-21T05:42:27.794" v="749"/>
          <ac:spMkLst>
            <pc:docMk/>
            <pc:sldMk cId="4279787974" sldId="278"/>
            <ac:spMk id="5" creationId="{0B2A36C9-3525-98B5-8328-119D44ED74F9}"/>
          </ac:spMkLst>
        </pc:spChg>
      </pc:sldChg>
      <pc:sldChg chg="add del">
        <pc:chgData name="juppara032@gmail.com" userId="1485b3fde8e4b4b4" providerId="LiveId" clId="{8C6727F6-A62C-4986-81B4-2804A0FCFFC1}" dt="2026-02-21T05:45:45.246" v="798" actId="47"/>
        <pc:sldMkLst>
          <pc:docMk/>
          <pc:sldMk cId="3181506691" sldId="279"/>
        </pc:sldMkLst>
      </pc:sldChg>
      <pc:sldChg chg="add del">
        <pc:chgData name="juppara032@gmail.com" userId="1485b3fde8e4b4b4" providerId="LiveId" clId="{8C6727F6-A62C-4986-81B4-2804A0FCFFC1}" dt="2026-02-21T05:38:02.414" v="614" actId="47"/>
        <pc:sldMkLst>
          <pc:docMk/>
          <pc:sldMk cId="4056029443" sldId="279"/>
        </pc:sldMkLst>
      </pc:sldChg>
      <pc:sldChg chg="add del">
        <pc:chgData name="juppara032@gmail.com" userId="1485b3fde8e4b4b4" providerId="LiveId" clId="{8C6727F6-A62C-4986-81B4-2804A0FCFFC1}" dt="2026-02-21T05:38:01.675" v="613" actId="47"/>
        <pc:sldMkLst>
          <pc:docMk/>
          <pc:sldMk cId="3234136530" sldId="280"/>
        </pc:sldMkLst>
      </pc:sldChg>
      <pc:sldChg chg="addSp delSp modSp add mod ord">
        <pc:chgData name="juppara032@gmail.com" userId="1485b3fde8e4b4b4" providerId="LiveId" clId="{8C6727F6-A62C-4986-81B4-2804A0FCFFC1}" dt="2026-02-21T06:31:00.827" v="1343" actId="1076"/>
        <pc:sldMkLst>
          <pc:docMk/>
          <pc:sldMk cId="3809805197" sldId="280"/>
        </pc:sldMkLst>
        <pc:spChg chg="add mod">
          <ac:chgData name="juppara032@gmail.com" userId="1485b3fde8e4b4b4" providerId="LiveId" clId="{8C6727F6-A62C-4986-81B4-2804A0FCFFC1}" dt="2026-02-21T05:43:34.330" v="771" actId="14100"/>
          <ac:spMkLst>
            <pc:docMk/>
            <pc:sldMk cId="3809805197" sldId="280"/>
            <ac:spMk id="2" creationId="{FC5BD14F-CF7A-9AC3-4CAE-4AF76AFA0617}"/>
          </ac:spMkLst>
        </pc:spChg>
        <pc:spChg chg="del mod">
          <ac:chgData name="juppara032@gmail.com" userId="1485b3fde8e4b4b4" providerId="LiveId" clId="{8C6727F6-A62C-4986-81B4-2804A0FCFFC1}" dt="2026-02-21T05:42:53.709" v="763"/>
          <ac:spMkLst>
            <pc:docMk/>
            <pc:sldMk cId="3809805197" sldId="280"/>
            <ac:spMk id="4" creationId="{70F0D898-0FF3-6055-1AC9-E17A3582C476}"/>
          </ac:spMkLst>
        </pc:spChg>
        <pc:spChg chg="add mod">
          <ac:chgData name="juppara032@gmail.com" userId="1485b3fde8e4b4b4" providerId="LiveId" clId="{8C6727F6-A62C-4986-81B4-2804A0FCFFC1}" dt="2026-02-21T06:31:00.827" v="1343" actId="1076"/>
          <ac:spMkLst>
            <pc:docMk/>
            <pc:sldMk cId="3809805197" sldId="280"/>
            <ac:spMk id="5" creationId="{3CD86BDE-5641-C9D8-0B1D-3C2917C7052A}"/>
          </ac:spMkLst>
        </pc:spChg>
        <pc:spChg chg="del mod">
          <ac:chgData name="juppara032@gmail.com" userId="1485b3fde8e4b4b4" providerId="LiveId" clId="{8C6727F6-A62C-4986-81B4-2804A0FCFFC1}" dt="2026-02-21T05:44:08.793" v="780" actId="478"/>
          <ac:spMkLst>
            <pc:docMk/>
            <pc:sldMk cId="3809805197" sldId="280"/>
            <ac:spMk id="5" creationId="{95806579-0655-9F18-CEC7-04B87426B1CB}"/>
          </ac:spMkLst>
        </pc:spChg>
        <pc:spChg chg="add del mod">
          <ac:chgData name="juppara032@gmail.com" userId="1485b3fde8e4b4b4" providerId="LiveId" clId="{8C6727F6-A62C-4986-81B4-2804A0FCFFC1}" dt="2026-02-21T05:44:08.793" v="780" actId="478"/>
          <ac:spMkLst>
            <pc:docMk/>
            <pc:sldMk cId="3809805197" sldId="280"/>
            <ac:spMk id="6" creationId="{50DADFC1-F47C-D2E3-80D9-7100011E46E8}"/>
          </ac:spMkLst>
        </pc:spChg>
        <pc:spChg chg="add del">
          <ac:chgData name="juppara032@gmail.com" userId="1485b3fde8e4b4b4" providerId="LiveId" clId="{8C6727F6-A62C-4986-81B4-2804A0FCFFC1}" dt="2026-02-21T05:44:38.743" v="782" actId="478"/>
          <ac:spMkLst>
            <pc:docMk/>
            <pc:sldMk cId="3809805197" sldId="280"/>
            <ac:spMk id="7" creationId="{A1D42F84-1AD8-2DF3-F855-472092497C30}"/>
          </ac:spMkLst>
        </pc:spChg>
        <pc:spChg chg="add mod">
          <ac:chgData name="juppara032@gmail.com" userId="1485b3fde8e4b4b4" providerId="LiveId" clId="{8C6727F6-A62C-4986-81B4-2804A0FCFFC1}" dt="2026-02-21T05:49:21.247" v="833" actId="1076"/>
          <ac:spMkLst>
            <pc:docMk/>
            <pc:sldMk cId="3809805197" sldId="280"/>
            <ac:spMk id="10" creationId="{38A7665B-CE43-4F75-5DCC-33DD2CF474DC}"/>
          </ac:spMkLst>
        </pc:spChg>
        <pc:picChg chg="add mod">
          <ac:chgData name="juppara032@gmail.com" userId="1485b3fde8e4b4b4" providerId="LiveId" clId="{8C6727F6-A62C-4986-81B4-2804A0FCFFC1}" dt="2026-02-21T06:25:22.382" v="1091" actId="1076"/>
          <ac:picMkLst>
            <pc:docMk/>
            <pc:sldMk cId="3809805197" sldId="280"/>
            <ac:picMk id="9" creationId="{98B4D296-DCFA-4EE3-0C79-E52448DBE408}"/>
          </ac:picMkLst>
        </pc:picChg>
        <pc:picChg chg="add del mod">
          <ac:chgData name="juppara032@gmail.com" userId="1485b3fde8e4b4b4" providerId="LiveId" clId="{8C6727F6-A62C-4986-81B4-2804A0FCFFC1}" dt="2026-02-21T05:49:11.461" v="830" actId="478"/>
          <ac:picMkLst>
            <pc:docMk/>
            <pc:sldMk cId="3809805197" sldId="280"/>
            <ac:picMk id="2050" creationId="{AACD5A31-486B-F16B-FE83-288A7949F34A}"/>
          </ac:picMkLst>
        </pc:picChg>
        <pc:picChg chg="add del">
          <ac:chgData name="juppara032@gmail.com" userId="1485b3fde8e4b4b4" providerId="LiveId" clId="{8C6727F6-A62C-4986-81B4-2804A0FCFFC1}" dt="2026-02-21T05:43:10.646" v="767" actId="478"/>
          <ac:picMkLst>
            <pc:docMk/>
            <pc:sldMk cId="3809805197" sldId="280"/>
            <ac:picMk id="2052" creationId="{C4BA81C9-1883-46BD-2F09-6226AC0C829A}"/>
          </ac:picMkLst>
        </pc:picChg>
        <pc:picChg chg="add del">
          <ac:chgData name="juppara032@gmail.com" userId="1485b3fde8e4b4b4" providerId="LiveId" clId="{8C6727F6-A62C-4986-81B4-2804A0FCFFC1}" dt="2026-02-21T05:43:21.423" v="769" actId="478"/>
          <ac:picMkLst>
            <pc:docMk/>
            <pc:sldMk cId="3809805197" sldId="280"/>
            <ac:picMk id="2054" creationId="{2F38F536-3D74-C758-51A2-379ACF31C400}"/>
          </ac:picMkLst>
        </pc:picChg>
        <pc:picChg chg="add del mod">
          <ac:chgData name="juppara032@gmail.com" userId="1485b3fde8e4b4b4" providerId="LiveId" clId="{8C6727F6-A62C-4986-81B4-2804A0FCFFC1}" dt="2026-02-21T06:23:36.870" v="1037" actId="478"/>
          <ac:picMkLst>
            <pc:docMk/>
            <pc:sldMk cId="3809805197" sldId="280"/>
            <ac:picMk id="2062" creationId="{142EA3CF-41FD-C0CF-4C43-2D3F7392512A}"/>
          </ac:picMkLst>
        </pc:picChg>
      </pc:sldChg>
      <pc:sldChg chg="add del">
        <pc:chgData name="juppara032@gmail.com" userId="1485b3fde8e4b4b4" providerId="LiveId" clId="{8C6727F6-A62C-4986-81B4-2804A0FCFFC1}" dt="2026-02-21T05:38:00.858" v="612" actId="47"/>
        <pc:sldMkLst>
          <pc:docMk/>
          <pc:sldMk cId="1022146061" sldId="281"/>
        </pc:sldMkLst>
      </pc:sldChg>
      <pc:sldChg chg="modSp add mod">
        <pc:chgData name="juppara032@gmail.com" userId="1485b3fde8e4b4b4" providerId="LiveId" clId="{8C6727F6-A62C-4986-81B4-2804A0FCFFC1}" dt="2026-02-21T06:06:08.959" v="985" actId="20577"/>
        <pc:sldMkLst>
          <pc:docMk/>
          <pc:sldMk cId="1558665285" sldId="281"/>
        </pc:sldMkLst>
        <pc:spChg chg="mod">
          <ac:chgData name="juppara032@gmail.com" userId="1485b3fde8e4b4b4" providerId="LiveId" clId="{8C6727F6-A62C-4986-81B4-2804A0FCFFC1}" dt="2026-02-21T05:52:21.582" v="870" actId="14100"/>
          <ac:spMkLst>
            <pc:docMk/>
            <pc:sldMk cId="1558665285" sldId="281"/>
            <ac:spMk id="4" creationId="{7DF541A0-EFF9-F2EF-3A7D-1C8BD8401610}"/>
          </ac:spMkLst>
        </pc:spChg>
        <pc:spChg chg="mod">
          <ac:chgData name="juppara032@gmail.com" userId="1485b3fde8e4b4b4" providerId="LiveId" clId="{8C6727F6-A62C-4986-81B4-2804A0FCFFC1}" dt="2026-02-21T06:06:08.959" v="985" actId="20577"/>
          <ac:spMkLst>
            <pc:docMk/>
            <pc:sldMk cId="1558665285" sldId="281"/>
            <ac:spMk id="5" creationId="{B8913165-E532-FC2A-BA45-317158763638}"/>
          </ac:spMkLst>
        </pc:spChg>
      </pc:sldChg>
      <pc:sldChg chg="delSp modSp add del mod">
        <pc:chgData name="juppara032@gmail.com" userId="1485b3fde8e4b4b4" providerId="LiveId" clId="{8C6727F6-A62C-4986-81B4-2804A0FCFFC1}" dt="2026-02-21T05:52:03.277" v="857" actId="47"/>
        <pc:sldMkLst>
          <pc:docMk/>
          <pc:sldMk cId="255807412" sldId="282"/>
        </pc:sldMkLst>
        <pc:spChg chg="mod">
          <ac:chgData name="juppara032@gmail.com" userId="1485b3fde8e4b4b4" providerId="LiveId" clId="{8C6727F6-A62C-4986-81B4-2804A0FCFFC1}" dt="2026-02-21T05:51:47.462" v="855" actId="1076"/>
          <ac:spMkLst>
            <pc:docMk/>
            <pc:sldMk cId="255807412" sldId="282"/>
            <ac:spMk id="4" creationId="{90CBA378-3137-8B02-FCD0-C2CA19FD4282}"/>
          </ac:spMkLst>
        </pc:spChg>
        <pc:spChg chg="del mod">
          <ac:chgData name="juppara032@gmail.com" userId="1485b3fde8e4b4b4" providerId="LiveId" clId="{8C6727F6-A62C-4986-81B4-2804A0FCFFC1}" dt="2026-02-21T05:51:26.949" v="842" actId="478"/>
          <ac:spMkLst>
            <pc:docMk/>
            <pc:sldMk cId="255807412" sldId="282"/>
            <ac:spMk id="5" creationId="{48C6C6BA-B88D-C7D7-8356-CEF276D60AB6}"/>
          </ac:spMkLst>
        </pc:spChg>
      </pc:sldChg>
      <pc:sldChg chg="add">
        <pc:chgData name="juppara032@gmail.com" userId="1485b3fde8e4b4b4" providerId="LiveId" clId="{8C6727F6-A62C-4986-81B4-2804A0FCFFC1}" dt="2026-02-21T05:52:01.018" v="856"/>
        <pc:sldMkLst>
          <pc:docMk/>
          <pc:sldMk cId="0" sldId="283"/>
        </pc:sldMkLst>
      </pc:sldChg>
      <pc:sldChg chg="add del">
        <pc:chgData name="juppara032@gmail.com" userId="1485b3fde8e4b4b4" providerId="LiveId" clId="{8C6727F6-A62C-4986-81B4-2804A0FCFFC1}" dt="2026-02-21T06:18:59.161" v="1031" actId="47"/>
        <pc:sldMkLst>
          <pc:docMk/>
          <pc:sldMk cId="4188609101" sldId="284"/>
        </pc:sldMkLst>
      </pc:sldChg>
      <pc:sldChg chg="addSp modSp new mod">
        <pc:chgData name="juppara032@gmail.com" userId="1485b3fde8e4b4b4" providerId="LiveId" clId="{8C6727F6-A62C-4986-81B4-2804A0FCFFC1}" dt="2026-02-21T06:19:07.105" v="1034" actId="14100"/>
        <pc:sldMkLst>
          <pc:docMk/>
          <pc:sldMk cId="1671890795" sldId="285"/>
        </pc:sldMkLst>
        <pc:picChg chg="add mod">
          <ac:chgData name="juppara032@gmail.com" userId="1485b3fde8e4b4b4" providerId="LiveId" clId="{8C6727F6-A62C-4986-81B4-2804A0FCFFC1}" dt="2026-02-21T06:19:07.105" v="1034" actId="14100"/>
          <ac:picMkLst>
            <pc:docMk/>
            <pc:sldMk cId="1671890795" sldId="285"/>
            <ac:picMk id="3" creationId="{A364B380-E7A2-0890-C046-63CF29709E02}"/>
          </ac:picMkLst>
        </pc:picChg>
      </pc:sldChg>
      <pc:sldChg chg="addSp delSp modSp add mod">
        <pc:chgData name="juppara032@gmail.com" userId="1485b3fde8e4b4b4" providerId="LiveId" clId="{8C6727F6-A62C-4986-81B4-2804A0FCFFC1}" dt="2026-02-21T06:28:59.843" v="1322" actId="14100"/>
        <pc:sldMkLst>
          <pc:docMk/>
          <pc:sldMk cId="2786151857" sldId="286"/>
        </pc:sldMkLst>
        <pc:spChg chg="del mod">
          <ac:chgData name="juppara032@gmail.com" userId="1485b3fde8e4b4b4" providerId="LiveId" clId="{8C6727F6-A62C-4986-81B4-2804A0FCFFC1}" dt="2026-02-21T06:27:32.287" v="1290"/>
          <ac:spMkLst>
            <pc:docMk/>
            <pc:sldMk cId="2786151857" sldId="286"/>
            <ac:spMk id="5" creationId="{DE2184C7-57AC-956A-68D4-CFE249BC02C6}"/>
          </ac:spMkLst>
        </pc:spChg>
        <pc:spChg chg="mod">
          <ac:chgData name="juppara032@gmail.com" userId="1485b3fde8e4b4b4" providerId="LiveId" clId="{8C6727F6-A62C-4986-81B4-2804A0FCFFC1}" dt="2026-02-21T06:27:42.593" v="1309" actId="20577"/>
          <ac:spMkLst>
            <pc:docMk/>
            <pc:sldMk cId="2786151857" sldId="286"/>
            <ac:spMk id="10" creationId="{7CE79BDC-1EF3-13E5-1F99-BDE9662E561D}"/>
          </ac:spMkLst>
        </pc:spChg>
        <pc:picChg chg="add mod">
          <ac:chgData name="juppara032@gmail.com" userId="1485b3fde8e4b4b4" providerId="LiveId" clId="{8C6727F6-A62C-4986-81B4-2804A0FCFFC1}" dt="2026-02-21T06:28:59.843" v="1322" actId="14100"/>
          <ac:picMkLst>
            <pc:docMk/>
            <pc:sldMk cId="2786151857" sldId="286"/>
            <ac:picMk id="6" creationId="{4A9739CC-FE10-DFDD-A218-A725B1251A16}"/>
          </ac:picMkLst>
        </pc:picChg>
        <pc:picChg chg="add del mod">
          <ac:chgData name="juppara032@gmail.com" userId="1485b3fde8e4b4b4" providerId="LiveId" clId="{8C6727F6-A62C-4986-81B4-2804A0FCFFC1}" dt="2026-02-21T06:28:55.543" v="1321" actId="478"/>
          <ac:picMkLst>
            <pc:docMk/>
            <pc:sldMk cId="2786151857" sldId="286"/>
            <ac:picMk id="8" creationId="{C35665BA-C668-963C-5432-740090D3713C}"/>
          </ac:picMkLst>
        </pc:picChg>
        <pc:picChg chg="del">
          <ac:chgData name="juppara032@gmail.com" userId="1485b3fde8e4b4b4" providerId="LiveId" clId="{8C6727F6-A62C-4986-81B4-2804A0FCFFC1}" dt="2026-02-21T06:27:25.555" v="1286" actId="478"/>
          <ac:picMkLst>
            <pc:docMk/>
            <pc:sldMk cId="2786151857" sldId="286"/>
            <ac:picMk id="9" creationId="{E1633077-06CB-2524-0E87-16A54FB258AD}"/>
          </ac:picMkLst>
        </pc:picChg>
      </pc:sldChg>
      <pc:sldChg chg="add del">
        <pc:chgData name="juppara032@gmail.com" userId="1485b3fde8e4b4b4" providerId="LiveId" clId="{8C6727F6-A62C-4986-81B4-2804A0FCFFC1}" dt="2026-02-21T06:28:00.094" v="1311" actId="47"/>
        <pc:sldMkLst>
          <pc:docMk/>
          <pc:sldMk cId="396944936" sldId="28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AA73D-4A7C-F664-E19B-2D49517B575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C72BF6EC-F1E6-9317-ED2A-C7375C6F33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DC6DF0A5-8F61-58DF-9CDB-9C635F3A24F8}"/>
              </a:ext>
            </a:extLst>
          </p:cNvPr>
          <p:cNvSpPr>
            <a:spLocks noGrp="1"/>
          </p:cNvSpPr>
          <p:nvPr>
            <p:ph type="dt" sz="half" idx="10"/>
          </p:nvPr>
        </p:nvSpPr>
        <p:spPr/>
        <p:txBody>
          <a:bodyPr/>
          <a:lstStyle/>
          <a:p>
            <a:fld id="{4C3A4C74-C1EB-4971-AE49-54F6B94CCA61}" type="datetimeFigureOut">
              <a:rPr lang="en-IN" smtClean="0"/>
              <a:t>21-02-2026</a:t>
            </a:fld>
            <a:endParaRPr lang="en-IN"/>
          </a:p>
        </p:txBody>
      </p:sp>
      <p:sp>
        <p:nvSpPr>
          <p:cNvPr id="5" name="Footer Placeholder 4">
            <a:extLst>
              <a:ext uri="{FF2B5EF4-FFF2-40B4-BE49-F238E27FC236}">
                <a16:creationId xmlns:a16="http://schemas.microsoft.com/office/drawing/2014/main" id="{C5269609-E843-6727-592B-C2BD5350B0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CAB4E8-8BD4-A0A3-ADB3-9A9F91A78D18}"/>
              </a:ext>
            </a:extLst>
          </p:cNvPr>
          <p:cNvSpPr>
            <a:spLocks noGrp="1"/>
          </p:cNvSpPr>
          <p:nvPr>
            <p:ph type="sldNum" sz="quarter" idx="12"/>
          </p:nvPr>
        </p:nvSpPr>
        <p:spPr/>
        <p:txBody>
          <a:bodyPr/>
          <a:lstStyle/>
          <a:p>
            <a:fld id="{136B0FA9-394B-499C-AD66-C637F545B069}" type="slidenum">
              <a:rPr lang="en-IN" smtClean="0"/>
              <a:t>‹#›</a:t>
            </a:fld>
            <a:endParaRPr lang="en-IN"/>
          </a:p>
        </p:txBody>
      </p:sp>
    </p:spTree>
    <p:extLst>
      <p:ext uri="{BB962C8B-B14F-4D97-AF65-F5344CB8AC3E}">
        <p14:creationId xmlns:p14="http://schemas.microsoft.com/office/powerpoint/2010/main" val="3697936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AD094-9FB0-5E2E-BD6D-9FC2D9BCC6AE}"/>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3E827D0D-54D8-F7BF-D5EC-F92D95D1F39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79AB4EB9-3142-A359-2784-F00D767696AF}"/>
              </a:ext>
            </a:extLst>
          </p:cNvPr>
          <p:cNvSpPr>
            <a:spLocks noGrp="1"/>
          </p:cNvSpPr>
          <p:nvPr>
            <p:ph type="dt" sz="half" idx="10"/>
          </p:nvPr>
        </p:nvSpPr>
        <p:spPr/>
        <p:txBody>
          <a:bodyPr/>
          <a:lstStyle/>
          <a:p>
            <a:fld id="{4C3A4C74-C1EB-4971-AE49-54F6B94CCA61}" type="datetimeFigureOut">
              <a:rPr lang="en-IN" smtClean="0"/>
              <a:t>21-02-2026</a:t>
            </a:fld>
            <a:endParaRPr lang="en-IN"/>
          </a:p>
        </p:txBody>
      </p:sp>
      <p:sp>
        <p:nvSpPr>
          <p:cNvPr id="5" name="Footer Placeholder 4">
            <a:extLst>
              <a:ext uri="{FF2B5EF4-FFF2-40B4-BE49-F238E27FC236}">
                <a16:creationId xmlns:a16="http://schemas.microsoft.com/office/drawing/2014/main" id="{50DC72D5-A3DF-F23A-5738-9EAB04150E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BD9BB1-337A-5310-30FA-B0FF8ED5CA31}"/>
              </a:ext>
            </a:extLst>
          </p:cNvPr>
          <p:cNvSpPr>
            <a:spLocks noGrp="1"/>
          </p:cNvSpPr>
          <p:nvPr>
            <p:ph type="sldNum" sz="quarter" idx="12"/>
          </p:nvPr>
        </p:nvSpPr>
        <p:spPr/>
        <p:txBody>
          <a:bodyPr/>
          <a:lstStyle/>
          <a:p>
            <a:fld id="{136B0FA9-394B-499C-AD66-C637F545B069}" type="slidenum">
              <a:rPr lang="en-IN" smtClean="0"/>
              <a:t>‹#›</a:t>
            </a:fld>
            <a:endParaRPr lang="en-IN"/>
          </a:p>
        </p:txBody>
      </p:sp>
    </p:spTree>
    <p:extLst>
      <p:ext uri="{BB962C8B-B14F-4D97-AF65-F5344CB8AC3E}">
        <p14:creationId xmlns:p14="http://schemas.microsoft.com/office/powerpoint/2010/main" val="2600549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D562F-D0F2-F9B0-EC9D-33AD0A13913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D9B698CA-F569-32DE-A4E8-BACF9F6886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112D1F9-E6AE-ED42-DA1C-C9EF55E7CEB8}"/>
              </a:ext>
            </a:extLst>
          </p:cNvPr>
          <p:cNvSpPr>
            <a:spLocks noGrp="1"/>
          </p:cNvSpPr>
          <p:nvPr>
            <p:ph type="dt" sz="half" idx="10"/>
          </p:nvPr>
        </p:nvSpPr>
        <p:spPr/>
        <p:txBody>
          <a:bodyPr/>
          <a:lstStyle/>
          <a:p>
            <a:fld id="{4C3A4C74-C1EB-4971-AE49-54F6B94CCA61}" type="datetimeFigureOut">
              <a:rPr lang="en-IN" smtClean="0"/>
              <a:t>21-02-2026</a:t>
            </a:fld>
            <a:endParaRPr lang="en-IN"/>
          </a:p>
        </p:txBody>
      </p:sp>
      <p:sp>
        <p:nvSpPr>
          <p:cNvPr id="5" name="Footer Placeholder 4">
            <a:extLst>
              <a:ext uri="{FF2B5EF4-FFF2-40B4-BE49-F238E27FC236}">
                <a16:creationId xmlns:a16="http://schemas.microsoft.com/office/drawing/2014/main" id="{FAEFABE0-8862-4391-6365-B6229E03D1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B0BAE2-CAD4-BACC-392B-2A3BA8F62C33}"/>
              </a:ext>
            </a:extLst>
          </p:cNvPr>
          <p:cNvSpPr>
            <a:spLocks noGrp="1"/>
          </p:cNvSpPr>
          <p:nvPr>
            <p:ph type="sldNum" sz="quarter" idx="12"/>
          </p:nvPr>
        </p:nvSpPr>
        <p:spPr/>
        <p:txBody>
          <a:bodyPr/>
          <a:lstStyle/>
          <a:p>
            <a:fld id="{136B0FA9-394B-499C-AD66-C637F545B069}" type="slidenum">
              <a:rPr lang="en-IN" smtClean="0"/>
              <a:t>‹#›</a:t>
            </a:fld>
            <a:endParaRPr lang="en-IN"/>
          </a:p>
        </p:txBody>
      </p:sp>
    </p:spTree>
    <p:extLst>
      <p:ext uri="{BB962C8B-B14F-4D97-AF65-F5344CB8AC3E}">
        <p14:creationId xmlns:p14="http://schemas.microsoft.com/office/powerpoint/2010/main" val="4042375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C8C06-5D21-9CC1-16F4-8B9C56F65B41}"/>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15DC38E6-9504-58E7-0638-332CFCB8CBA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B41C0F59-13DC-3F31-5FA3-4C9FD65C13D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25DAE99B-0603-9A9B-BE3A-85B33F6209FE}"/>
              </a:ext>
            </a:extLst>
          </p:cNvPr>
          <p:cNvSpPr>
            <a:spLocks noGrp="1"/>
          </p:cNvSpPr>
          <p:nvPr>
            <p:ph type="dt" sz="half" idx="10"/>
          </p:nvPr>
        </p:nvSpPr>
        <p:spPr/>
        <p:txBody>
          <a:bodyPr/>
          <a:lstStyle/>
          <a:p>
            <a:fld id="{4C3A4C74-C1EB-4971-AE49-54F6B94CCA61}" type="datetimeFigureOut">
              <a:rPr lang="en-IN" smtClean="0"/>
              <a:t>21-02-2026</a:t>
            </a:fld>
            <a:endParaRPr lang="en-IN"/>
          </a:p>
        </p:txBody>
      </p:sp>
      <p:sp>
        <p:nvSpPr>
          <p:cNvPr id="6" name="Footer Placeholder 5">
            <a:extLst>
              <a:ext uri="{FF2B5EF4-FFF2-40B4-BE49-F238E27FC236}">
                <a16:creationId xmlns:a16="http://schemas.microsoft.com/office/drawing/2014/main" id="{04925E4A-5FF9-776E-A870-FE5CCE273C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870AD1-DAA4-9CD8-3890-D3F6AC8D422F}"/>
              </a:ext>
            </a:extLst>
          </p:cNvPr>
          <p:cNvSpPr>
            <a:spLocks noGrp="1"/>
          </p:cNvSpPr>
          <p:nvPr>
            <p:ph type="sldNum" sz="quarter" idx="12"/>
          </p:nvPr>
        </p:nvSpPr>
        <p:spPr/>
        <p:txBody>
          <a:bodyPr/>
          <a:lstStyle/>
          <a:p>
            <a:fld id="{136B0FA9-394B-499C-AD66-C637F545B069}" type="slidenum">
              <a:rPr lang="en-IN" smtClean="0"/>
              <a:t>‹#›</a:t>
            </a:fld>
            <a:endParaRPr lang="en-IN"/>
          </a:p>
        </p:txBody>
      </p:sp>
    </p:spTree>
    <p:extLst>
      <p:ext uri="{BB962C8B-B14F-4D97-AF65-F5344CB8AC3E}">
        <p14:creationId xmlns:p14="http://schemas.microsoft.com/office/powerpoint/2010/main" val="2250847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ADD06-3F35-C2F1-B5F9-142074097109}"/>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D67C06B1-92D6-ED8F-5A43-FF0D3C5193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0C8E868-7C61-86E1-F128-C969CC9AC7D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38F230CB-ACEF-AA61-495B-86AF91A5FC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B24F1AC-A574-DD0A-A280-C16EB6CD2DC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ED09B3DB-9615-F6DA-E3AA-4C6EE9B013FB}"/>
              </a:ext>
            </a:extLst>
          </p:cNvPr>
          <p:cNvSpPr>
            <a:spLocks noGrp="1"/>
          </p:cNvSpPr>
          <p:nvPr>
            <p:ph type="dt" sz="half" idx="10"/>
          </p:nvPr>
        </p:nvSpPr>
        <p:spPr/>
        <p:txBody>
          <a:bodyPr/>
          <a:lstStyle/>
          <a:p>
            <a:fld id="{4C3A4C74-C1EB-4971-AE49-54F6B94CCA61}" type="datetimeFigureOut">
              <a:rPr lang="en-IN" smtClean="0"/>
              <a:t>21-02-2026</a:t>
            </a:fld>
            <a:endParaRPr lang="en-IN"/>
          </a:p>
        </p:txBody>
      </p:sp>
      <p:sp>
        <p:nvSpPr>
          <p:cNvPr id="8" name="Footer Placeholder 7">
            <a:extLst>
              <a:ext uri="{FF2B5EF4-FFF2-40B4-BE49-F238E27FC236}">
                <a16:creationId xmlns:a16="http://schemas.microsoft.com/office/drawing/2014/main" id="{14F7BA18-EB8F-40EB-1530-119405293E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54B1604-8534-E54F-5F8A-5E6338614219}"/>
              </a:ext>
            </a:extLst>
          </p:cNvPr>
          <p:cNvSpPr>
            <a:spLocks noGrp="1"/>
          </p:cNvSpPr>
          <p:nvPr>
            <p:ph type="sldNum" sz="quarter" idx="12"/>
          </p:nvPr>
        </p:nvSpPr>
        <p:spPr/>
        <p:txBody>
          <a:bodyPr/>
          <a:lstStyle/>
          <a:p>
            <a:fld id="{136B0FA9-394B-499C-AD66-C637F545B069}" type="slidenum">
              <a:rPr lang="en-IN" smtClean="0"/>
              <a:t>‹#›</a:t>
            </a:fld>
            <a:endParaRPr lang="en-IN"/>
          </a:p>
        </p:txBody>
      </p:sp>
    </p:spTree>
    <p:extLst>
      <p:ext uri="{BB962C8B-B14F-4D97-AF65-F5344CB8AC3E}">
        <p14:creationId xmlns:p14="http://schemas.microsoft.com/office/powerpoint/2010/main" val="3126683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99E9B-D627-9DF0-CD3F-2548527302CD}"/>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FA76A783-7AA2-2176-36AE-12F95C1E5D12}"/>
              </a:ext>
            </a:extLst>
          </p:cNvPr>
          <p:cNvSpPr>
            <a:spLocks noGrp="1"/>
          </p:cNvSpPr>
          <p:nvPr>
            <p:ph type="dt" sz="half" idx="10"/>
          </p:nvPr>
        </p:nvSpPr>
        <p:spPr/>
        <p:txBody>
          <a:bodyPr/>
          <a:lstStyle/>
          <a:p>
            <a:fld id="{4C3A4C74-C1EB-4971-AE49-54F6B94CCA61}" type="datetimeFigureOut">
              <a:rPr lang="en-IN" smtClean="0"/>
              <a:t>21-02-2026</a:t>
            </a:fld>
            <a:endParaRPr lang="en-IN"/>
          </a:p>
        </p:txBody>
      </p:sp>
      <p:sp>
        <p:nvSpPr>
          <p:cNvPr id="4" name="Footer Placeholder 3">
            <a:extLst>
              <a:ext uri="{FF2B5EF4-FFF2-40B4-BE49-F238E27FC236}">
                <a16:creationId xmlns:a16="http://schemas.microsoft.com/office/drawing/2014/main" id="{08096C9C-D803-6554-7F2C-93B577A77A3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D9DCFE5-B709-0CCE-5D34-DC3FD8278E5F}"/>
              </a:ext>
            </a:extLst>
          </p:cNvPr>
          <p:cNvSpPr>
            <a:spLocks noGrp="1"/>
          </p:cNvSpPr>
          <p:nvPr>
            <p:ph type="sldNum" sz="quarter" idx="12"/>
          </p:nvPr>
        </p:nvSpPr>
        <p:spPr/>
        <p:txBody>
          <a:bodyPr/>
          <a:lstStyle/>
          <a:p>
            <a:fld id="{136B0FA9-394B-499C-AD66-C637F545B069}" type="slidenum">
              <a:rPr lang="en-IN" smtClean="0"/>
              <a:t>‹#›</a:t>
            </a:fld>
            <a:endParaRPr lang="en-IN"/>
          </a:p>
        </p:txBody>
      </p:sp>
    </p:spTree>
    <p:extLst>
      <p:ext uri="{BB962C8B-B14F-4D97-AF65-F5344CB8AC3E}">
        <p14:creationId xmlns:p14="http://schemas.microsoft.com/office/powerpoint/2010/main" val="3011449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B9734C-422D-2B6B-8414-D5EBE609031A}"/>
              </a:ext>
            </a:extLst>
          </p:cNvPr>
          <p:cNvSpPr>
            <a:spLocks noGrp="1"/>
          </p:cNvSpPr>
          <p:nvPr>
            <p:ph type="dt" sz="half" idx="10"/>
          </p:nvPr>
        </p:nvSpPr>
        <p:spPr/>
        <p:txBody>
          <a:bodyPr/>
          <a:lstStyle/>
          <a:p>
            <a:fld id="{4C3A4C74-C1EB-4971-AE49-54F6B94CCA61}" type="datetimeFigureOut">
              <a:rPr lang="en-IN" smtClean="0"/>
              <a:t>21-02-2026</a:t>
            </a:fld>
            <a:endParaRPr lang="en-IN"/>
          </a:p>
        </p:txBody>
      </p:sp>
      <p:sp>
        <p:nvSpPr>
          <p:cNvPr id="3" name="Footer Placeholder 2">
            <a:extLst>
              <a:ext uri="{FF2B5EF4-FFF2-40B4-BE49-F238E27FC236}">
                <a16:creationId xmlns:a16="http://schemas.microsoft.com/office/drawing/2014/main" id="{DFB39ED6-62ED-7C6D-2655-F8CB42524F3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511831F-5ECC-B36A-9D3F-6A4AD73077B4}"/>
              </a:ext>
            </a:extLst>
          </p:cNvPr>
          <p:cNvSpPr>
            <a:spLocks noGrp="1"/>
          </p:cNvSpPr>
          <p:nvPr>
            <p:ph type="sldNum" sz="quarter" idx="12"/>
          </p:nvPr>
        </p:nvSpPr>
        <p:spPr/>
        <p:txBody>
          <a:bodyPr/>
          <a:lstStyle/>
          <a:p>
            <a:fld id="{136B0FA9-394B-499C-AD66-C637F545B069}" type="slidenum">
              <a:rPr lang="en-IN" smtClean="0"/>
              <a:t>‹#›</a:t>
            </a:fld>
            <a:endParaRPr lang="en-IN"/>
          </a:p>
        </p:txBody>
      </p:sp>
    </p:spTree>
    <p:extLst>
      <p:ext uri="{BB962C8B-B14F-4D97-AF65-F5344CB8AC3E}">
        <p14:creationId xmlns:p14="http://schemas.microsoft.com/office/powerpoint/2010/main" val="2971361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D738A-6A1E-A19B-3552-A16B17B8BEA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2B9FB6D4-450A-414F-D694-76B6CF30AB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24C58457-3DBC-83CD-EF79-7593C714DF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63D4F14-6C39-F5A2-926B-7118D1A7DF87}"/>
              </a:ext>
            </a:extLst>
          </p:cNvPr>
          <p:cNvSpPr>
            <a:spLocks noGrp="1"/>
          </p:cNvSpPr>
          <p:nvPr>
            <p:ph type="dt" sz="half" idx="10"/>
          </p:nvPr>
        </p:nvSpPr>
        <p:spPr/>
        <p:txBody>
          <a:bodyPr/>
          <a:lstStyle/>
          <a:p>
            <a:fld id="{4C3A4C74-C1EB-4971-AE49-54F6B94CCA61}" type="datetimeFigureOut">
              <a:rPr lang="en-IN" smtClean="0"/>
              <a:t>21-02-2026</a:t>
            </a:fld>
            <a:endParaRPr lang="en-IN"/>
          </a:p>
        </p:txBody>
      </p:sp>
      <p:sp>
        <p:nvSpPr>
          <p:cNvPr id="6" name="Footer Placeholder 5">
            <a:extLst>
              <a:ext uri="{FF2B5EF4-FFF2-40B4-BE49-F238E27FC236}">
                <a16:creationId xmlns:a16="http://schemas.microsoft.com/office/drawing/2014/main" id="{0B2FFD0A-39FC-541C-959A-BE752F126B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1184F4-ACF2-EF28-DA05-F84AB7ACF573}"/>
              </a:ext>
            </a:extLst>
          </p:cNvPr>
          <p:cNvSpPr>
            <a:spLocks noGrp="1"/>
          </p:cNvSpPr>
          <p:nvPr>
            <p:ph type="sldNum" sz="quarter" idx="12"/>
          </p:nvPr>
        </p:nvSpPr>
        <p:spPr/>
        <p:txBody>
          <a:bodyPr/>
          <a:lstStyle/>
          <a:p>
            <a:fld id="{136B0FA9-394B-499C-AD66-C637F545B069}" type="slidenum">
              <a:rPr lang="en-IN" smtClean="0"/>
              <a:t>‹#›</a:t>
            </a:fld>
            <a:endParaRPr lang="en-IN"/>
          </a:p>
        </p:txBody>
      </p:sp>
    </p:spTree>
    <p:extLst>
      <p:ext uri="{BB962C8B-B14F-4D97-AF65-F5344CB8AC3E}">
        <p14:creationId xmlns:p14="http://schemas.microsoft.com/office/powerpoint/2010/main" val="1677934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02965-67A2-25A2-8EC6-1C993F71B60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7AA1A791-CFFC-89E0-AC7C-5A0A3C9A5C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A15C331-4042-918B-A02E-3C489D5497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7CDAFFD-7CA5-3BE5-87CB-4D872748E7A1}"/>
              </a:ext>
            </a:extLst>
          </p:cNvPr>
          <p:cNvSpPr>
            <a:spLocks noGrp="1"/>
          </p:cNvSpPr>
          <p:nvPr>
            <p:ph type="dt" sz="half" idx="10"/>
          </p:nvPr>
        </p:nvSpPr>
        <p:spPr/>
        <p:txBody>
          <a:bodyPr/>
          <a:lstStyle/>
          <a:p>
            <a:fld id="{4C3A4C74-C1EB-4971-AE49-54F6B94CCA61}" type="datetimeFigureOut">
              <a:rPr lang="en-IN" smtClean="0"/>
              <a:t>21-02-2026</a:t>
            </a:fld>
            <a:endParaRPr lang="en-IN"/>
          </a:p>
        </p:txBody>
      </p:sp>
      <p:sp>
        <p:nvSpPr>
          <p:cNvPr id="6" name="Footer Placeholder 5">
            <a:extLst>
              <a:ext uri="{FF2B5EF4-FFF2-40B4-BE49-F238E27FC236}">
                <a16:creationId xmlns:a16="http://schemas.microsoft.com/office/drawing/2014/main" id="{A1F60D34-077B-DBB0-E08D-E60CAD3298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4B4F70-6B5B-9655-0A43-95C7CF0F4356}"/>
              </a:ext>
            </a:extLst>
          </p:cNvPr>
          <p:cNvSpPr>
            <a:spLocks noGrp="1"/>
          </p:cNvSpPr>
          <p:nvPr>
            <p:ph type="sldNum" sz="quarter" idx="12"/>
          </p:nvPr>
        </p:nvSpPr>
        <p:spPr/>
        <p:txBody>
          <a:bodyPr/>
          <a:lstStyle/>
          <a:p>
            <a:fld id="{136B0FA9-394B-499C-AD66-C637F545B069}" type="slidenum">
              <a:rPr lang="en-IN" smtClean="0"/>
              <a:t>‹#›</a:t>
            </a:fld>
            <a:endParaRPr lang="en-IN"/>
          </a:p>
        </p:txBody>
      </p:sp>
    </p:spTree>
    <p:extLst>
      <p:ext uri="{BB962C8B-B14F-4D97-AF65-F5344CB8AC3E}">
        <p14:creationId xmlns:p14="http://schemas.microsoft.com/office/powerpoint/2010/main" val="1833909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F37F8-81A2-BDD2-5151-A7E24998BB6F}"/>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BA3DD83D-4E9C-2A4E-760B-EB5A014EAA3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84F16BBC-9155-99EA-EB14-04296ED21C1D}"/>
              </a:ext>
            </a:extLst>
          </p:cNvPr>
          <p:cNvSpPr>
            <a:spLocks noGrp="1"/>
          </p:cNvSpPr>
          <p:nvPr>
            <p:ph type="dt" sz="half" idx="10"/>
          </p:nvPr>
        </p:nvSpPr>
        <p:spPr/>
        <p:txBody>
          <a:bodyPr/>
          <a:lstStyle/>
          <a:p>
            <a:fld id="{4C3A4C74-C1EB-4971-AE49-54F6B94CCA61}" type="datetimeFigureOut">
              <a:rPr lang="en-IN" smtClean="0"/>
              <a:t>21-02-2026</a:t>
            </a:fld>
            <a:endParaRPr lang="en-IN"/>
          </a:p>
        </p:txBody>
      </p:sp>
      <p:sp>
        <p:nvSpPr>
          <p:cNvPr id="5" name="Footer Placeholder 4">
            <a:extLst>
              <a:ext uri="{FF2B5EF4-FFF2-40B4-BE49-F238E27FC236}">
                <a16:creationId xmlns:a16="http://schemas.microsoft.com/office/drawing/2014/main" id="{ADFA2E15-D765-633F-9BFE-8FD9022BE4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D014BD-7D4A-549B-AFBB-6FE6965A8A25}"/>
              </a:ext>
            </a:extLst>
          </p:cNvPr>
          <p:cNvSpPr>
            <a:spLocks noGrp="1"/>
          </p:cNvSpPr>
          <p:nvPr>
            <p:ph type="sldNum" sz="quarter" idx="12"/>
          </p:nvPr>
        </p:nvSpPr>
        <p:spPr/>
        <p:txBody>
          <a:bodyPr/>
          <a:lstStyle/>
          <a:p>
            <a:fld id="{136B0FA9-394B-499C-AD66-C637F545B069}" type="slidenum">
              <a:rPr lang="en-IN" smtClean="0"/>
              <a:t>‹#›</a:t>
            </a:fld>
            <a:endParaRPr lang="en-IN"/>
          </a:p>
        </p:txBody>
      </p:sp>
    </p:spTree>
    <p:extLst>
      <p:ext uri="{BB962C8B-B14F-4D97-AF65-F5344CB8AC3E}">
        <p14:creationId xmlns:p14="http://schemas.microsoft.com/office/powerpoint/2010/main" val="286846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C8B6BB-28F4-2BD5-F7D5-A76918B865A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92E1F0E8-233E-8EFC-31B4-03D57D2DEF0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681A5909-6E01-0F9A-B4A6-B099A5B6012F}"/>
              </a:ext>
            </a:extLst>
          </p:cNvPr>
          <p:cNvSpPr>
            <a:spLocks noGrp="1"/>
          </p:cNvSpPr>
          <p:nvPr>
            <p:ph type="dt" sz="half" idx="10"/>
          </p:nvPr>
        </p:nvSpPr>
        <p:spPr/>
        <p:txBody>
          <a:bodyPr/>
          <a:lstStyle/>
          <a:p>
            <a:fld id="{4C3A4C74-C1EB-4971-AE49-54F6B94CCA61}" type="datetimeFigureOut">
              <a:rPr lang="en-IN" smtClean="0"/>
              <a:t>21-02-2026</a:t>
            </a:fld>
            <a:endParaRPr lang="en-IN"/>
          </a:p>
        </p:txBody>
      </p:sp>
      <p:sp>
        <p:nvSpPr>
          <p:cNvPr id="5" name="Footer Placeholder 4">
            <a:extLst>
              <a:ext uri="{FF2B5EF4-FFF2-40B4-BE49-F238E27FC236}">
                <a16:creationId xmlns:a16="http://schemas.microsoft.com/office/drawing/2014/main" id="{89846249-36A4-252F-37CF-C59D14C81E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5CBC6A-39B4-62F8-34CD-F2975FA6D92E}"/>
              </a:ext>
            </a:extLst>
          </p:cNvPr>
          <p:cNvSpPr>
            <a:spLocks noGrp="1"/>
          </p:cNvSpPr>
          <p:nvPr>
            <p:ph type="sldNum" sz="quarter" idx="12"/>
          </p:nvPr>
        </p:nvSpPr>
        <p:spPr/>
        <p:txBody>
          <a:bodyPr/>
          <a:lstStyle/>
          <a:p>
            <a:fld id="{136B0FA9-394B-499C-AD66-C637F545B069}" type="slidenum">
              <a:rPr lang="en-IN" smtClean="0"/>
              <a:t>‹#›</a:t>
            </a:fld>
            <a:endParaRPr lang="en-IN"/>
          </a:p>
        </p:txBody>
      </p:sp>
    </p:spTree>
    <p:extLst>
      <p:ext uri="{BB962C8B-B14F-4D97-AF65-F5344CB8AC3E}">
        <p14:creationId xmlns:p14="http://schemas.microsoft.com/office/powerpoint/2010/main" val="2838599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9AE99F-EEDF-E077-1B5B-84F022B24F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9956B19F-114B-6CED-E689-23B62C70F8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72D12DF4-7443-4523-4A77-AA1FAB94FA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3A4C74-C1EB-4971-AE49-54F6B94CCA61}" type="datetimeFigureOut">
              <a:rPr lang="en-IN" smtClean="0"/>
              <a:t>21-02-2026</a:t>
            </a:fld>
            <a:endParaRPr lang="en-IN"/>
          </a:p>
        </p:txBody>
      </p:sp>
      <p:sp>
        <p:nvSpPr>
          <p:cNvPr id="5" name="Footer Placeholder 4">
            <a:extLst>
              <a:ext uri="{FF2B5EF4-FFF2-40B4-BE49-F238E27FC236}">
                <a16:creationId xmlns:a16="http://schemas.microsoft.com/office/drawing/2014/main" id="{CDC7A911-D9BC-4187-EF8E-B1A807E906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C8B962D-C0B2-2F88-D335-C2AD7576F5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6B0FA9-394B-499C-AD66-C637F545B069}" type="slidenum">
              <a:rPr lang="en-IN" smtClean="0"/>
              <a:t>‹#›</a:t>
            </a:fld>
            <a:endParaRPr lang="en-IN"/>
          </a:p>
        </p:txBody>
      </p:sp>
    </p:spTree>
    <p:extLst>
      <p:ext uri="{BB962C8B-B14F-4D97-AF65-F5344CB8AC3E}">
        <p14:creationId xmlns:p14="http://schemas.microsoft.com/office/powerpoint/2010/main" val="4055122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paper with red and black text&#10;&#10;AI-generated content may be incorrect.">
            <a:extLst>
              <a:ext uri="{FF2B5EF4-FFF2-40B4-BE49-F238E27FC236}">
                <a16:creationId xmlns:a16="http://schemas.microsoft.com/office/drawing/2014/main" id="{A364B380-E7A2-0890-C046-63CF29709E02}"/>
              </a:ext>
            </a:extLst>
          </p:cNvPr>
          <p:cNvPicPr>
            <a:picLocks noChangeAspect="1"/>
          </p:cNvPicPr>
          <p:nvPr/>
        </p:nvPicPr>
        <p:blipFill>
          <a:blip r:embed="rId2"/>
          <a:stretch>
            <a:fillRect/>
          </a:stretch>
        </p:blipFill>
        <p:spPr>
          <a:xfrm>
            <a:off x="-84936" y="0"/>
            <a:ext cx="12276936" cy="6810879"/>
          </a:xfrm>
          <a:prstGeom prst="rect">
            <a:avLst/>
          </a:prstGeom>
        </p:spPr>
      </p:pic>
    </p:spTree>
    <p:extLst>
      <p:ext uri="{BB962C8B-B14F-4D97-AF65-F5344CB8AC3E}">
        <p14:creationId xmlns:p14="http://schemas.microsoft.com/office/powerpoint/2010/main" val="1671890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160AE92A-6159-2C44-5EF3-79821192DB7D}"/>
              </a:ext>
            </a:extLst>
          </p:cNvPr>
          <p:cNvPicPr>
            <a:picLocks noChangeAspect="1"/>
          </p:cNvPicPr>
          <p:nvPr/>
        </p:nvPicPr>
        <p:blipFill>
          <a:blip r:embed="rId2"/>
          <a:stretch>
            <a:fillRect/>
          </a:stretch>
        </p:blipFill>
        <p:spPr>
          <a:xfrm>
            <a:off x="9867576" y="6057187"/>
            <a:ext cx="2324424" cy="704948"/>
          </a:xfrm>
          <a:prstGeom prst="rect">
            <a:avLst/>
          </a:prstGeom>
        </p:spPr>
      </p:pic>
      <p:sp>
        <p:nvSpPr>
          <p:cNvPr id="4" name="TextBox 3">
            <a:extLst>
              <a:ext uri="{FF2B5EF4-FFF2-40B4-BE49-F238E27FC236}">
                <a16:creationId xmlns:a16="http://schemas.microsoft.com/office/drawing/2014/main" id="{8BC3CD54-B8C1-196B-48CF-DD0E85762228}"/>
              </a:ext>
            </a:extLst>
          </p:cNvPr>
          <p:cNvSpPr txBox="1"/>
          <p:nvPr/>
        </p:nvSpPr>
        <p:spPr>
          <a:xfrm>
            <a:off x="742950" y="457200"/>
            <a:ext cx="3105150" cy="830997"/>
          </a:xfrm>
          <a:prstGeom prst="rect">
            <a:avLst/>
          </a:prstGeom>
          <a:noFill/>
        </p:spPr>
        <p:txBody>
          <a:bodyPr wrap="square" rtlCol="0">
            <a:spAutoFit/>
          </a:bodyPr>
          <a:lstStyle/>
          <a:p>
            <a:r>
              <a:rPr lang="en-US" sz="4800" b="1" dirty="0">
                <a:solidFill>
                  <a:srgbClr val="FF0000"/>
                </a:solidFill>
              </a:rPr>
              <a:t>About us:</a:t>
            </a:r>
            <a:endParaRPr lang="en-IN" sz="4800" b="1" dirty="0">
              <a:solidFill>
                <a:srgbClr val="FF0000"/>
              </a:solidFill>
            </a:endParaRPr>
          </a:p>
        </p:txBody>
      </p:sp>
      <p:sp>
        <p:nvSpPr>
          <p:cNvPr id="5" name="TextBox 4">
            <a:extLst>
              <a:ext uri="{FF2B5EF4-FFF2-40B4-BE49-F238E27FC236}">
                <a16:creationId xmlns:a16="http://schemas.microsoft.com/office/drawing/2014/main" id="{A9882BC4-6205-DF7B-4371-33AF6728A265}"/>
              </a:ext>
            </a:extLst>
          </p:cNvPr>
          <p:cNvSpPr txBox="1"/>
          <p:nvPr/>
        </p:nvSpPr>
        <p:spPr>
          <a:xfrm>
            <a:off x="971550" y="1581150"/>
            <a:ext cx="10248900" cy="3108543"/>
          </a:xfrm>
          <a:prstGeom prst="rect">
            <a:avLst/>
          </a:prstGeom>
          <a:noFill/>
        </p:spPr>
        <p:txBody>
          <a:bodyPr wrap="square" rtlCol="0">
            <a:spAutoFit/>
          </a:bodyPr>
          <a:lstStyle/>
          <a:p>
            <a:r>
              <a:rPr lang="en-US" sz="3600" b="1" dirty="0"/>
              <a:t>Team members</a:t>
            </a:r>
            <a:r>
              <a:rPr lang="en-US" sz="2400" dirty="0"/>
              <a:t>:</a:t>
            </a:r>
          </a:p>
          <a:p>
            <a:endParaRPr lang="en-US" sz="2400" dirty="0"/>
          </a:p>
          <a:p>
            <a:pPr marL="285750" indent="-285750">
              <a:buFont typeface="Arial" panose="020B0604020202020204" pitchFamily="34" charset="0"/>
              <a:buChar char="•"/>
            </a:pPr>
            <a:r>
              <a:rPr lang="en-IN" sz="3200" dirty="0"/>
              <a:t>Lakshmi Tulasi</a:t>
            </a:r>
          </a:p>
          <a:p>
            <a:pPr marL="285750" indent="-285750">
              <a:buFont typeface="Arial" panose="020B0604020202020204" pitchFamily="34" charset="0"/>
              <a:buChar char="•"/>
            </a:pPr>
            <a:r>
              <a:rPr lang="en-IN" sz="3200" dirty="0"/>
              <a:t>Jyothi</a:t>
            </a:r>
          </a:p>
          <a:p>
            <a:pPr marL="285750" indent="-285750">
              <a:buFont typeface="Arial" panose="020B0604020202020204" pitchFamily="34" charset="0"/>
              <a:buChar char="•"/>
            </a:pPr>
            <a:r>
              <a:rPr lang="en-IN" sz="3200" dirty="0"/>
              <a:t>Sushma</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endParaRPr lang="en-IN" sz="2000" dirty="0"/>
          </a:p>
        </p:txBody>
      </p:sp>
    </p:spTree>
    <p:extLst>
      <p:ext uri="{BB962C8B-B14F-4D97-AF65-F5344CB8AC3E}">
        <p14:creationId xmlns:p14="http://schemas.microsoft.com/office/powerpoint/2010/main" val="2731054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75752-DFD1-5A06-BD6F-6DF9766B1718}"/>
            </a:ext>
          </a:extLst>
        </p:cNvPr>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D376E54B-4D20-5FC8-E2F7-11BF94FEEC5D}"/>
              </a:ext>
            </a:extLst>
          </p:cNvPr>
          <p:cNvPicPr>
            <a:picLocks noChangeAspect="1"/>
          </p:cNvPicPr>
          <p:nvPr/>
        </p:nvPicPr>
        <p:blipFill>
          <a:blip r:embed="rId2"/>
          <a:stretch>
            <a:fillRect/>
          </a:stretch>
        </p:blipFill>
        <p:spPr>
          <a:xfrm>
            <a:off x="9867576" y="6057187"/>
            <a:ext cx="2324424" cy="704948"/>
          </a:xfrm>
          <a:prstGeom prst="rect">
            <a:avLst/>
          </a:prstGeom>
        </p:spPr>
      </p:pic>
      <p:sp>
        <p:nvSpPr>
          <p:cNvPr id="2" name="TextBox 1">
            <a:extLst>
              <a:ext uri="{FF2B5EF4-FFF2-40B4-BE49-F238E27FC236}">
                <a16:creationId xmlns:a16="http://schemas.microsoft.com/office/drawing/2014/main" id="{2B2565E0-40C0-6FD5-46B3-950099C9E26F}"/>
              </a:ext>
            </a:extLst>
          </p:cNvPr>
          <p:cNvSpPr txBox="1"/>
          <p:nvPr/>
        </p:nvSpPr>
        <p:spPr>
          <a:xfrm>
            <a:off x="495300" y="571500"/>
            <a:ext cx="8324850" cy="707886"/>
          </a:xfrm>
          <a:prstGeom prst="rect">
            <a:avLst/>
          </a:prstGeom>
          <a:noFill/>
        </p:spPr>
        <p:txBody>
          <a:bodyPr wrap="square" rtlCol="0">
            <a:spAutoFit/>
          </a:bodyPr>
          <a:lstStyle/>
          <a:p>
            <a:r>
              <a:rPr lang="en-US" sz="4000" b="1" dirty="0">
                <a:solidFill>
                  <a:srgbClr val="FF0000"/>
                </a:solidFill>
              </a:rPr>
              <a:t>Problem Statement:</a:t>
            </a:r>
            <a:endParaRPr lang="en-IN" sz="4000" b="1" dirty="0">
              <a:solidFill>
                <a:srgbClr val="FF0000"/>
              </a:solidFill>
            </a:endParaRPr>
          </a:p>
        </p:txBody>
      </p:sp>
      <p:sp>
        <p:nvSpPr>
          <p:cNvPr id="4" name="TextBox 3">
            <a:extLst>
              <a:ext uri="{FF2B5EF4-FFF2-40B4-BE49-F238E27FC236}">
                <a16:creationId xmlns:a16="http://schemas.microsoft.com/office/drawing/2014/main" id="{685F0BD8-7D03-01EB-3B15-A60A091D9897}"/>
              </a:ext>
            </a:extLst>
          </p:cNvPr>
          <p:cNvSpPr txBox="1"/>
          <p:nvPr/>
        </p:nvSpPr>
        <p:spPr>
          <a:xfrm>
            <a:off x="628650" y="1543050"/>
            <a:ext cx="10610850" cy="4278094"/>
          </a:xfrm>
          <a:prstGeom prst="rect">
            <a:avLst/>
          </a:prstGeom>
          <a:noFill/>
        </p:spPr>
        <p:txBody>
          <a:bodyPr wrap="square" rtlCol="0">
            <a:spAutoFit/>
          </a:bodyPr>
          <a:lstStyle/>
          <a:p>
            <a:r>
              <a:rPr lang="en-US" sz="2400" dirty="0"/>
              <a:t>Heart disease is one of the leading causes of death worldwide. Early detection and risk assessment are crucial to prevent severe health complications. However, traditional diagnosis methods can be time-consuming and dependent on expert interpretation.</a:t>
            </a:r>
          </a:p>
          <a:p>
            <a:endParaRPr lang="en-US" sz="2400" dirty="0"/>
          </a:p>
          <a:p>
            <a:r>
              <a:rPr lang="en-US" sz="3200" b="1" dirty="0">
                <a:solidFill>
                  <a:srgbClr val="FF0000"/>
                </a:solidFill>
              </a:rPr>
              <a:t>Objective: </a:t>
            </a:r>
          </a:p>
          <a:p>
            <a:endParaRPr lang="en-US" sz="2400" dirty="0"/>
          </a:p>
          <a:p>
            <a:r>
              <a:rPr lang="en-US" sz="2400" dirty="0"/>
              <a:t>The objective of this project is to develop a machine learning-based system that predicts the risk stage of heart disease using patient clinical and medical attributes. The system aims to compare multiple algorithms and select the most accurate model for reliable prediction and early decision support.</a:t>
            </a:r>
            <a:endParaRPr lang="en-IN" sz="2400" dirty="0"/>
          </a:p>
        </p:txBody>
      </p:sp>
    </p:spTree>
    <p:extLst>
      <p:ext uri="{BB962C8B-B14F-4D97-AF65-F5344CB8AC3E}">
        <p14:creationId xmlns:p14="http://schemas.microsoft.com/office/powerpoint/2010/main" val="3585334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F3650-ED1F-EC39-64D1-55A788FD84DC}"/>
            </a:ext>
          </a:extLst>
        </p:cNvPr>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87147FD4-0016-C51C-F0FA-1ECEA3D23C3C}"/>
              </a:ext>
            </a:extLst>
          </p:cNvPr>
          <p:cNvPicPr>
            <a:picLocks noChangeAspect="1"/>
          </p:cNvPicPr>
          <p:nvPr/>
        </p:nvPicPr>
        <p:blipFill>
          <a:blip r:embed="rId2"/>
          <a:stretch>
            <a:fillRect/>
          </a:stretch>
        </p:blipFill>
        <p:spPr>
          <a:xfrm>
            <a:off x="9867576" y="6057187"/>
            <a:ext cx="2324424" cy="704948"/>
          </a:xfrm>
          <a:prstGeom prst="rect">
            <a:avLst/>
          </a:prstGeom>
        </p:spPr>
      </p:pic>
      <p:sp>
        <p:nvSpPr>
          <p:cNvPr id="2" name="TextBox 1">
            <a:extLst>
              <a:ext uri="{FF2B5EF4-FFF2-40B4-BE49-F238E27FC236}">
                <a16:creationId xmlns:a16="http://schemas.microsoft.com/office/drawing/2014/main" id="{F336BD81-5BF9-09B3-5423-116A9A9541CD}"/>
              </a:ext>
            </a:extLst>
          </p:cNvPr>
          <p:cNvSpPr txBox="1"/>
          <p:nvPr/>
        </p:nvSpPr>
        <p:spPr>
          <a:xfrm>
            <a:off x="571500" y="666750"/>
            <a:ext cx="4419600" cy="646331"/>
          </a:xfrm>
          <a:prstGeom prst="rect">
            <a:avLst/>
          </a:prstGeom>
          <a:noFill/>
        </p:spPr>
        <p:txBody>
          <a:bodyPr wrap="square" rtlCol="0">
            <a:spAutoFit/>
          </a:bodyPr>
          <a:lstStyle/>
          <a:p>
            <a:r>
              <a:rPr lang="en-US" sz="3600" b="1" dirty="0">
                <a:solidFill>
                  <a:srgbClr val="FF0000"/>
                </a:solidFill>
              </a:rPr>
              <a:t>Simple EDA :  </a:t>
            </a:r>
            <a:endParaRPr lang="en-IN" sz="3600" b="1" dirty="0">
              <a:solidFill>
                <a:srgbClr val="FF0000"/>
              </a:solidFill>
            </a:endParaRPr>
          </a:p>
        </p:txBody>
      </p:sp>
      <p:sp>
        <p:nvSpPr>
          <p:cNvPr id="5" name="TextBox 4">
            <a:extLst>
              <a:ext uri="{FF2B5EF4-FFF2-40B4-BE49-F238E27FC236}">
                <a16:creationId xmlns:a16="http://schemas.microsoft.com/office/drawing/2014/main" id="{190495BA-65DD-EF41-8D52-1A2532A4FA7F}"/>
              </a:ext>
            </a:extLst>
          </p:cNvPr>
          <p:cNvSpPr txBox="1"/>
          <p:nvPr/>
        </p:nvSpPr>
        <p:spPr>
          <a:xfrm>
            <a:off x="962024" y="1581656"/>
            <a:ext cx="10829925" cy="3970318"/>
          </a:xfrm>
          <a:prstGeom prst="rect">
            <a:avLst/>
          </a:prstGeom>
          <a:noFill/>
        </p:spPr>
        <p:txBody>
          <a:bodyPr wrap="square">
            <a:spAutoFit/>
          </a:bodyPr>
          <a:lstStyle/>
          <a:p>
            <a:pPr marL="342900" indent="-342900">
              <a:buAutoNum type="arabicPeriod"/>
            </a:pPr>
            <a:r>
              <a:rPr lang="en-IN" sz="2800" dirty="0" err="1"/>
              <a:t>Analyzed</a:t>
            </a:r>
            <a:r>
              <a:rPr lang="en-IN" sz="2800" dirty="0"/>
              <a:t> target variable (</a:t>
            </a:r>
            <a:r>
              <a:rPr lang="en-IN" sz="2800" dirty="0" err="1"/>
              <a:t>StagesOfHDrisk</a:t>
            </a:r>
            <a:r>
              <a:rPr lang="en-IN" sz="2800" dirty="0"/>
              <a:t>) to check class distribution and imbalance.</a:t>
            </a:r>
          </a:p>
          <a:p>
            <a:pPr marL="342900" indent="-342900">
              <a:buAutoNum type="arabicPeriod"/>
            </a:pPr>
            <a:r>
              <a:rPr lang="en-IN" sz="2800" dirty="0"/>
              <a:t>Used count plots and boxplots to study relationship between age, cholesterol, and heart disease risk.</a:t>
            </a:r>
          </a:p>
          <a:p>
            <a:pPr marL="342900" indent="-342900">
              <a:buAutoNum type="arabicPeriod"/>
            </a:pPr>
            <a:r>
              <a:rPr lang="en-IN" sz="2800" dirty="0"/>
              <a:t>Created correlation heatmap to identify important features affecting heart disease.</a:t>
            </a:r>
          </a:p>
          <a:p>
            <a:pPr marL="342900" indent="-342900">
              <a:buAutoNum type="arabicPeriod"/>
            </a:pPr>
            <a:r>
              <a:rPr lang="en-IN" sz="2800" dirty="0"/>
              <a:t>Detected outliers and data patterns before model training.</a:t>
            </a:r>
          </a:p>
          <a:p>
            <a:pPr marL="342900" indent="-342900">
              <a:buAutoNum type="arabicPeriod"/>
            </a:pPr>
            <a:r>
              <a:rPr lang="en-IN" sz="2800" dirty="0"/>
              <a:t>EDA helped in better feature selection and improved model performance.</a:t>
            </a:r>
          </a:p>
        </p:txBody>
      </p:sp>
    </p:spTree>
    <p:extLst>
      <p:ext uri="{BB962C8B-B14F-4D97-AF65-F5344CB8AC3E}">
        <p14:creationId xmlns:p14="http://schemas.microsoft.com/office/powerpoint/2010/main" val="3681095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57783-6D13-A13F-908F-22A0B9B0E618}"/>
            </a:ext>
          </a:extLst>
        </p:cNvPr>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81E70E9E-F39B-F840-3C38-A7D2C044BF52}"/>
              </a:ext>
            </a:extLst>
          </p:cNvPr>
          <p:cNvPicPr>
            <a:picLocks noChangeAspect="1"/>
          </p:cNvPicPr>
          <p:nvPr/>
        </p:nvPicPr>
        <p:blipFill>
          <a:blip r:embed="rId2"/>
          <a:stretch>
            <a:fillRect/>
          </a:stretch>
        </p:blipFill>
        <p:spPr>
          <a:xfrm>
            <a:off x="9867576" y="6057187"/>
            <a:ext cx="2324424" cy="704948"/>
          </a:xfrm>
          <a:prstGeom prst="rect">
            <a:avLst/>
          </a:prstGeom>
        </p:spPr>
      </p:pic>
      <p:sp>
        <p:nvSpPr>
          <p:cNvPr id="2" name="TextBox 1">
            <a:extLst>
              <a:ext uri="{FF2B5EF4-FFF2-40B4-BE49-F238E27FC236}">
                <a16:creationId xmlns:a16="http://schemas.microsoft.com/office/drawing/2014/main" id="{5D1330A5-22E0-B9FC-665D-DFC9DF52DE21}"/>
              </a:ext>
            </a:extLst>
          </p:cNvPr>
          <p:cNvSpPr txBox="1"/>
          <p:nvPr/>
        </p:nvSpPr>
        <p:spPr>
          <a:xfrm>
            <a:off x="533400" y="590550"/>
            <a:ext cx="4457700" cy="707886"/>
          </a:xfrm>
          <a:prstGeom prst="rect">
            <a:avLst/>
          </a:prstGeom>
          <a:noFill/>
        </p:spPr>
        <p:txBody>
          <a:bodyPr wrap="square" rtlCol="0">
            <a:spAutoFit/>
          </a:bodyPr>
          <a:lstStyle/>
          <a:p>
            <a:r>
              <a:rPr lang="en-US" sz="4000" b="1" dirty="0">
                <a:solidFill>
                  <a:srgbClr val="FF0000"/>
                </a:solidFill>
              </a:rPr>
              <a:t>Data Cleaning: </a:t>
            </a:r>
            <a:endParaRPr lang="en-IN" sz="4000" b="1" dirty="0">
              <a:solidFill>
                <a:srgbClr val="FF0000"/>
              </a:solidFill>
            </a:endParaRPr>
          </a:p>
        </p:txBody>
      </p:sp>
      <p:sp>
        <p:nvSpPr>
          <p:cNvPr id="5" name="TextBox 4">
            <a:extLst>
              <a:ext uri="{FF2B5EF4-FFF2-40B4-BE49-F238E27FC236}">
                <a16:creationId xmlns:a16="http://schemas.microsoft.com/office/drawing/2014/main" id="{92F6A52B-0B09-B508-6EA6-84690AF047C6}"/>
              </a:ext>
            </a:extLst>
          </p:cNvPr>
          <p:cNvSpPr txBox="1"/>
          <p:nvPr/>
        </p:nvSpPr>
        <p:spPr>
          <a:xfrm>
            <a:off x="619126" y="1720839"/>
            <a:ext cx="10714622" cy="4093428"/>
          </a:xfrm>
          <a:prstGeom prst="rect">
            <a:avLst/>
          </a:prstGeom>
          <a:noFill/>
        </p:spPr>
        <p:txBody>
          <a:bodyPr wrap="square">
            <a:spAutoFit/>
          </a:bodyPr>
          <a:lstStyle/>
          <a:p>
            <a:pPr marL="457200" indent="-457200">
              <a:buAutoNum type="arabicPeriod"/>
            </a:pPr>
            <a:r>
              <a:rPr lang="en-IN" sz="2600" dirty="0"/>
              <a:t>Used KNN Imputer to fill missing numerical values based on similar patients.</a:t>
            </a:r>
          </a:p>
          <a:p>
            <a:pPr marL="457200" indent="-457200">
              <a:buAutoNum type="arabicPeriod"/>
            </a:pPr>
            <a:r>
              <a:rPr lang="en-IN" sz="2600" dirty="0"/>
              <a:t>Used Random Forest model to predict missing categorical features like chest pain and Thal.</a:t>
            </a:r>
          </a:p>
          <a:p>
            <a:pPr marL="457200" indent="-457200">
              <a:buAutoNum type="arabicPeriod"/>
            </a:pPr>
            <a:r>
              <a:rPr lang="en-IN" sz="2600" dirty="0"/>
              <a:t>Handled Boolean  features (fasting sugar, exercise angina) using ML-based prediction instead of simple mode filling.</a:t>
            </a:r>
          </a:p>
          <a:p>
            <a:pPr marL="457200" indent="-457200">
              <a:buAutoNum type="arabicPeriod"/>
            </a:pPr>
            <a:r>
              <a:rPr lang="en-IN" sz="2600" dirty="0"/>
              <a:t>Detected and treated outliers using the IQR method to reduce extreme value impact.</a:t>
            </a:r>
          </a:p>
          <a:p>
            <a:pPr marL="457200" indent="-457200">
              <a:buAutoNum type="arabicPeriod"/>
            </a:pPr>
            <a:r>
              <a:rPr lang="en-IN" sz="2600" dirty="0"/>
              <a:t>Applied preprocessing (Scaling, One-Hot Encoding, SMOTE) to make the dataset clean, balanced, and model-ready.</a:t>
            </a:r>
          </a:p>
        </p:txBody>
      </p:sp>
    </p:spTree>
    <p:extLst>
      <p:ext uri="{BB962C8B-B14F-4D97-AF65-F5344CB8AC3E}">
        <p14:creationId xmlns:p14="http://schemas.microsoft.com/office/powerpoint/2010/main" val="911024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09505-3297-7EB6-655A-1FFFF8CC54A7}"/>
            </a:ext>
          </a:extLst>
        </p:cNvPr>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671881A9-6FE6-80C9-A1C4-321C2E83C90F}"/>
              </a:ext>
            </a:extLst>
          </p:cNvPr>
          <p:cNvPicPr>
            <a:picLocks noChangeAspect="1"/>
          </p:cNvPicPr>
          <p:nvPr/>
        </p:nvPicPr>
        <p:blipFill>
          <a:blip r:embed="rId2"/>
          <a:stretch>
            <a:fillRect/>
          </a:stretch>
        </p:blipFill>
        <p:spPr>
          <a:xfrm>
            <a:off x="9867576" y="6057187"/>
            <a:ext cx="2324424" cy="704948"/>
          </a:xfrm>
          <a:prstGeom prst="rect">
            <a:avLst/>
          </a:prstGeom>
        </p:spPr>
      </p:pic>
      <p:sp>
        <p:nvSpPr>
          <p:cNvPr id="2" name="AutoShape 8">
            <a:extLst>
              <a:ext uri="{FF2B5EF4-FFF2-40B4-BE49-F238E27FC236}">
                <a16:creationId xmlns:a16="http://schemas.microsoft.com/office/drawing/2014/main" id="{FC5BD14F-CF7A-9AC3-4CAE-4AF76AFA0617}"/>
              </a:ext>
            </a:extLst>
          </p:cNvPr>
          <p:cNvSpPr>
            <a:spLocks noChangeAspect="1" noChangeArrowheads="1"/>
          </p:cNvSpPr>
          <p:nvPr/>
        </p:nvSpPr>
        <p:spPr bwMode="auto">
          <a:xfrm>
            <a:off x="5943600" y="3276600"/>
            <a:ext cx="4857750" cy="4857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98B4D296-DCFA-4EE3-0C79-E52448DBE408}"/>
              </a:ext>
            </a:extLst>
          </p:cNvPr>
          <p:cNvPicPr>
            <a:picLocks noChangeAspect="1"/>
          </p:cNvPicPr>
          <p:nvPr/>
        </p:nvPicPr>
        <p:blipFill>
          <a:blip r:embed="rId3"/>
          <a:stretch>
            <a:fillRect/>
          </a:stretch>
        </p:blipFill>
        <p:spPr>
          <a:xfrm>
            <a:off x="384529" y="1000125"/>
            <a:ext cx="5559071" cy="4857750"/>
          </a:xfrm>
          <a:prstGeom prst="rect">
            <a:avLst/>
          </a:prstGeom>
        </p:spPr>
      </p:pic>
      <p:sp>
        <p:nvSpPr>
          <p:cNvPr id="10" name="TextBox 9">
            <a:extLst>
              <a:ext uri="{FF2B5EF4-FFF2-40B4-BE49-F238E27FC236}">
                <a16:creationId xmlns:a16="http://schemas.microsoft.com/office/drawing/2014/main" id="{38A7665B-CE43-4F75-5DCC-33DD2CF474DC}"/>
              </a:ext>
            </a:extLst>
          </p:cNvPr>
          <p:cNvSpPr txBox="1"/>
          <p:nvPr/>
        </p:nvSpPr>
        <p:spPr>
          <a:xfrm>
            <a:off x="335830" y="82300"/>
            <a:ext cx="5219700" cy="646331"/>
          </a:xfrm>
          <a:prstGeom prst="rect">
            <a:avLst/>
          </a:prstGeom>
          <a:noFill/>
        </p:spPr>
        <p:txBody>
          <a:bodyPr wrap="square" rtlCol="0">
            <a:spAutoFit/>
          </a:bodyPr>
          <a:lstStyle/>
          <a:p>
            <a:r>
              <a:rPr lang="en-US" sz="3600" b="1" dirty="0">
                <a:solidFill>
                  <a:srgbClr val="FF0000"/>
                </a:solidFill>
              </a:rPr>
              <a:t>Correlation Matrix:  </a:t>
            </a:r>
            <a:endParaRPr lang="en-IN" sz="3600" b="1" dirty="0">
              <a:solidFill>
                <a:srgbClr val="FF0000"/>
              </a:solidFill>
            </a:endParaRPr>
          </a:p>
        </p:txBody>
      </p:sp>
      <p:sp>
        <p:nvSpPr>
          <p:cNvPr id="5" name="TextBox 4">
            <a:extLst>
              <a:ext uri="{FF2B5EF4-FFF2-40B4-BE49-F238E27FC236}">
                <a16:creationId xmlns:a16="http://schemas.microsoft.com/office/drawing/2014/main" id="{3CD86BDE-5641-C9D8-0B1D-3C2917C7052A}"/>
              </a:ext>
            </a:extLst>
          </p:cNvPr>
          <p:cNvSpPr txBox="1"/>
          <p:nvPr/>
        </p:nvSpPr>
        <p:spPr>
          <a:xfrm>
            <a:off x="6297099" y="405465"/>
            <a:ext cx="5559071" cy="6186309"/>
          </a:xfrm>
          <a:prstGeom prst="rect">
            <a:avLst/>
          </a:prstGeom>
          <a:noFill/>
        </p:spPr>
        <p:txBody>
          <a:bodyPr wrap="square">
            <a:spAutoFit/>
          </a:bodyPr>
          <a:lstStyle/>
          <a:p>
            <a:r>
              <a:rPr lang="en-IN" b="1" dirty="0" err="1"/>
              <a:t>Oldpeak</a:t>
            </a:r>
            <a:r>
              <a:rPr lang="en-IN" b="1" dirty="0"/>
              <a:t> (0.40) - </a:t>
            </a:r>
            <a:r>
              <a:rPr lang="en-IN" dirty="0"/>
              <a:t>Higher </a:t>
            </a:r>
            <a:r>
              <a:rPr lang="en-IN" b="1" dirty="0" err="1"/>
              <a:t>Oldpeak</a:t>
            </a:r>
            <a:r>
              <a:rPr lang="en-IN" dirty="0"/>
              <a:t> → Higher chance of heart disease</a:t>
            </a:r>
          </a:p>
          <a:p>
            <a:pPr marL="285750" indent="-285750">
              <a:buFont typeface="Arial" panose="020B0604020202020204" pitchFamily="34" charset="0"/>
              <a:buChar char="•"/>
            </a:pPr>
            <a:r>
              <a:rPr lang="en-IN" dirty="0"/>
              <a:t>Important feature</a:t>
            </a:r>
          </a:p>
          <a:p>
            <a:r>
              <a:rPr lang="en-IN" b="1" dirty="0" err="1"/>
              <a:t>MaxHR</a:t>
            </a:r>
            <a:r>
              <a:rPr lang="en-IN" b="1" dirty="0"/>
              <a:t> (-0.40) - </a:t>
            </a:r>
            <a:r>
              <a:rPr lang="en-IN" dirty="0"/>
              <a:t>Higher </a:t>
            </a:r>
            <a:r>
              <a:rPr lang="en-IN" b="1" dirty="0" err="1"/>
              <a:t>MaxHR</a:t>
            </a:r>
            <a:r>
              <a:rPr lang="en-IN" dirty="0"/>
              <a:t> → Lower chance of heart disease</a:t>
            </a:r>
          </a:p>
          <a:p>
            <a:pPr marL="285750" indent="-285750">
              <a:buFont typeface="Arial" panose="020B0604020202020204" pitchFamily="34" charset="0"/>
              <a:buChar char="•"/>
            </a:pPr>
            <a:r>
              <a:rPr lang="en-IN" dirty="0"/>
              <a:t>Very important feature</a:t>
            </a:r>
          </a:p>
          <a:p>
            <a:pPr>
              <a:buNone/>
            </a:pPr>
            <a:r>
              <a:rPr lang="en-IN" b="1" dirty="0"/>
              <a:t>Age (0.28) - </a:t>
            </a:r>
            <a:r>
              <a:rPr lang="en-IN" dirty="0"/>
              <a:t>Older age → Slightly higher risk</a:t>
            </a:r>
          </a:p>
          <a:p>
            <a:pPr>
              <a:buNone/>
            </a:pPr>
            <a:r>
              <a:rPr lang="en-IN" b="1" dirty="0" err="1"/>
              <a:t>FastingBS</a:t>
            </a:r>
            <a:r>
              <a:rPr lang="en-IN" b="1" dirty="0"/>
              <a:t> (0.27) - </a:t>
            </a:r>
            <a:r>
              <a:rPr lang="en-IN" dirty="0"/>
              <a:t>High fasting blood sugar → Higher risk</a:t>
            </a:r>
          </a:p>
          <a:p>
            <a:pPr>
              <a:buNone/>
            </a:pPr>
            <a:r>
              <a:rPr lang="en-IN" b="1" dirty="0"/>
              <a:t>Cholesterol (-0.23) - </a:t>
            </a:r>
            <a:r>
              <a:rPr lang="en-IN" dirty="0"/>
              <a:t>Surprisingly weak negative relation in this dataset</a:t>
            </a:r>
          </a:p>
          <a:p>
            <a:pPr>
              <a:buNone/>
            </a:pPr>
            <a:r>
              <a:rPr lang="en-IN" b="1" dirty="0" err="1"/>
              <a:t>RestingBP</a:t>
            </a:r>
            <a:r>
              <a:rPr lang="en-IN" b="1" dirty="0"/>
              <a:t> (0.11) - </a:t>
            </a:r>
            <a:r>
              <a:rPr lang="en-IN" dirty="0"/>
              <a:t>Almost no strong effect</a:t>
            </a:r>
          </a:p>
          <a:p>
            <a:pPr>
              <a:buNone/>
            </a:pPr>
            <a:br>
              <a:rPr lang="en-IN" dirty="0"/>
            </a:br>
            <a:r>
              <a:rPr lang="en-IN" b="1" dirty="0"/>
              <a:t>Strong Relationships Between Features</a:t>
            </a:r>
          </a:p>
          <a:p>
            <a:pPr>
              <a:buFont typeface="Arial" panose="020B0604020202020204" pitchFamily="34" charset="0"/>
              <a:buChar char="•"/>
            </a:pPr>
            <a:r>
              <a:rPr lang="en-IN" b="1" dirty="0"/>
              <a:t>Age &amp; </a:t>
            </a:r>
            <a:r>
              <a:rPr lang="en-IN" b="1" dirty="0" err="1"/>
              <a:t>MaxHR</a:t>
            </a:r>
            <a:r>
              <a:rPr lang="en-IN" b="1" dirty="0"/>
              <a:t> = -0.38</a:t>
            </a:r>
            <a:br>
              <a:rPr lang="en-IN" dirty="0"/>
            </a:br>
            <a:r>
              <a:rPr lang="en-IN" dirty="0"/>
              <a:t>→ Older people tend to have lower </a:t>
            </a:r>
            <a:r>
              <a:rPr lang="en-IN" dirty="0" err="1"/>
              <a:t>MaxHR</a:t>
            </a:r>
            <a:r>
              <a:rPr lang="en-IN" dirty="0"/>
              <a:t>.</a:t>
            </a:r>
          </a:p>
          <a:p>
            <a:pPr>
              <a:buFont typeface="Arial" panose="020B0604020202020204" pitchFamily="34" charset="0"/>
              <a:buChar char="•"/>
            </a:pPr>
            <a:r>
              <a:rPr lang="en-IN" b="1" dirty="0"/>
              <a:t>Cholesterol &amp; </a:t>
            </a:r>
            <a:r>
              <a:rPr lang="en-IN" b="1" dirty="0" err="1"/>
              <a:t>FastingBS</a:t>
            </a:r>
            <a:r>
              <a:rPr lang="en-IN" b="1" dirty="0"/>
              <a:t> = -0.26</a:t>
            </a:r>
            <a:br>
              <a:rPr lang="en-IN" dirty="0"/>
            </a:br>
            <a:r>
              <a:rPr lang="en-IN" dirty="0"/>
              <a:t>→ Mild negative relation.</a:t>
            </a:r>
          </a:p>
          <a:p>
            <a:pPr>
              <a:buFont typeface="Arial" panose="020B0604020202020204" pitchFamily="34" charset="0"/>
              <a:buChar char="•"/>
            </a:pPr>
            <a:endParaRPr lang="en-IN" dirty="0"/>
          </a:p>
          <a:p>
            <a:r>
              <a:rPr lang="en-US" dirty="0"/>
              <a:t>Most useful features for predicting </a:t>
            </a:r>
            <a:r>
              <a:rPr lang="en-US" dirty="0" err="1"/>
              <a:t>HeartDisease</a:t>
            </a:r>
            <a:r>
              <a:rPr lang="en-US" dirty="0"/>
              <a:t>:</a:t>
            </a:r>
          </a:p>
          <a:p>
            <a:r>
              <a:rPr lang="en-US" dirty="0" err="1"/>
              <a:t>Oldpeak</a:t>
            </a:r>
            <a:r>
              <a:rPr lang="en-US" dirty="0"/>
              <a:t>, </a:t>
            </a:r>
            <a:r>
              <a:rPr lang="en-US" dirty="0" err="1"/>
              <a:t>MaxHR</a:t>
            </a:r>
            <a:r>
              <a:rPr lang="en-US" dirty="0"/>
              <a:t>, Age, </a:t>
            </a:r>
            <a:r>
              <a:rPr lang="en-US" dirty="0" err="1"/>
              <a:t>FastingBS</a:t>
            </a:r>
            <a:endParaRPr lang="en-US" dirty="0"/>
          </a:p>
          <a:p>
            <a:pPr>
              <a:buFont typeface="Arial" panose="020B0604020202020204" pitchFamily="34" charset="0"/>
              <a:buChar char="•"/>
            </a:pPr>
            <a:endParaRPr lang="en-IN" dirty="0"/>
          </a:p>
        </p:txBody>
      </p:sp>
    </p:spTree>
    <p:extLst>
      <p:ext uri="{BB962C8B-B14F-4D97-AF65-F5344CB8AC3E}">
        <p14:creationId xmlns:p14="http://schemas.microsoft.com/office/powerpoint/2010/main" val="3809805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2F9B1-6CAF-6345-4303-A440A2839D2F}"/>
            </a:ext>
          </a:extLst>
        </p:cNvPr>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322B3CDC-9BE4-3313-62BF-8358F314CC88}"/>
              </a:ext>
            </a:extLst>
          </p:cNvPr>
          <p:cNvPicPr>
            <a:picLocks noChangeAspect="1"/>
          </p:cNvPicPr>
          <p:nvPr/>
        </p:nvPicPr>
        <p:blipFill>
          <a:blip r:embed="rId2"/>
          <a:stretch>
            <a:fillRect/>
          </a:stretch>
        </p:blipFill>
        <p:spPr>
          <a:xfrm>
            <a:off x="9867576" y="6057187"/>
            <a:ext cx="2324424" cy="704948"/>
          </a:xfrm>
          <a:prstGeom prst="rect">
            <a:avLst/>
          </a:prstGeom>
        </p:spPr>
      </p:pic>
      <p:sp>
        <p:nvSpPr>
          <p:cNvPr id="2" name="AutoShape 8">
            <a:extLst>
              <a:ext uri="{FF2B5EF4-FFF2-40B4-BE49-F238E27FC236}">
                <a16:creationId xmlns:a16="http://schemas.microsoft.com/office/drawing/2014/main" id="{5B75E25B-B506-650A-8480-66BB715FCD9F}"/>
              </a:ext>
            </a:extLst>
          </p:cNvPr>
          <p:cNvSpPr>
            <a:spLocks noChangeAspect="1" noChangeArrowheads="1"/>
          </p:cNvSpPr>
          <p:nvPr/>
        </p:nvSpPr>
        <p:spPr bwMode="auto">
          <a:xfrm>
            <a:off x="5943600" y="3276600"/>
            <a:ext cx="4857750" cy="4857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extBox 9">
            <a:extLst>
              <a:ext uri="{FF2B5EF4-FFF2-40B4-BE49-F238E27FC236}">
                <a16:creationId xmlns:a16="http://schemas.microsoft.com/office/drawing/2014/main" id="{7CE79BDC-1EF3-13E5-1F99-BDE9662E561D}"/>
              </a:ext>
            </a:extLst>
          </p:cNvPr>
          <p:cNvSpPr txBox="1"/>
          <p:nvPr/>
        </p:nvSpPr>
        <p:spPr>
          <a:xfrm>
            <a:off x="335830" y="82300"/>
            <a:ext cx="5219700" cy="646331"/>
          </a:xfrm>
          <a:prstGeom prst="rect">
            <a:avLst/>
          </a:prstGeom>
          <a:noFill/>
        </p:spPr>
        <p:txBody>
          <a:bodyPr wrap="square" rtlCol="0">
            <a:spAutoFit/>
          </a:bodyPr>
          <a:lstStyle/>
          <a:p>
            <a:r>
              <a:rPr lang="en-US" sz="3600" b="1" dirty="0">
                <a:solidFill>
                  <a:srgbClr val="FF0000"/>
                </a:solidFill>
              </a:rPr>
              <a:t>  </a:t>
            </a:r>
            <a:endParaRPr lang="en-IN" sz="3600" b="1" dirty="0">
              <a:solidFill>
                <a:srgbClr val="FF0000"/>
              </a:solidFill>
            </a:endParaRPr>
          </a:p>
        </p:txBody>
      </p:sp>
      <p:pic>
        <p:nvPicPr>
          <p:cNvPr id="6" name="Picture 5" descr="A graph of blood sugar&#10;&#10;AI-generated content may be incorrect.">
            <a:extLst>
              <a:ext uri="{FF2B5EF4-FFF2-40B4-BE49-F238E27FC236}">
                <a16:creationId xmlns:a16="http://schemas.microsoft.com/office/drawing/2014/main" id="{4A9739CC-FE10-DFDD-A218-A725B1251A16}"/>
              </a:ext>
            </a:extLst>
          </p:cNvPr>
          <p:cNvPicPr>
            <a:picLocks noChangeAspect="1"/>
          </p:cNvPicPr>
          <p:nvPr/>
        </p:nvPicPr>
        <p:blipFill>
          <a:blip r:embed="rId3"/>
          <a:stretch>
            <a:fillRect/>
          </a:stretch>
        </p:blipFill>
        <p:spPr>
          <a:xfrm>
            <a:off x="335830" y="342469"/>
            <a:ext cx="11390949" cy="5714718"/>
          </a:xfrm>
          <a:prstGeom prst="rect">
            <a:avLst/>
          </a:prstGeom>
        </p:spPr>
      </p:pic>
    </p:spTree>
    <p:extLst>
      <p:ext uri="{BB962C8B-B14F-4D97-AF65-F5344CB8AC3E}">
        <p14:creationId xmlns:p14="http://schemas.microsoft.com/office/powerpoint/2010/main" val="2786151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46AAD-8F42-FFDD-BEF6-0D579100D68D}"/>
            </a:ext>
          </a:extLst>
        </p:cNvPr>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1E20F1AA-91F8-5785-C0E4-8BEB3AF458F7}"/>
              </a:ext>
            </a:extLst>
          </p:cNvPr>
          <p:cNvPicPr>
            <a:picLocks noChangeAspect="1"/>
          </p:cNvPicPr>
          <p:nvPr/>
        </p:nvPicPr>
        <p:blipFill>
          <a:blip r:embed="rId2"/>
          <a:stretch>
            <a:fillRect/>
          </a:stretch>
        </p:blipFill>
        <p:spPr>
          <a:xfrm>
            <a:off x="9867576" y="6057187"/>
            <a:ext cx="2324424" cy="704948"/>
          </a:xfrm>
          <a:prstGeom prst="rect">
            <a:avLst/>
          </a:prstGeom>
        </p:spPr>
      </p:pic>
      <p:sp>
        <p:nvSpPr>
          <p:cNvPr id="2" name="TextBox 1">
            <a:extLst>
              <a:ext uri="{FF2B5EF4-FFF2-40B4-BE49-F238E27FC236}">
                <a16:creationId xmlns:a16="http://schemas.microsoft.com/office/drawing/2014/main" id="{7C45BA30-E02B-ACC4-0660-D733D9F22FA5}"/>
              </a:ext>
            </a:extLst>
          </p:cNvPr>
          <p:cNvSpPr txBox="1"/>
          <p:nvPr/>
        </p:nvSpPr>
        <p:spPr>
          <a:xfrm>
            <a:off x="571500" y="666750"/>
            <a:ext cx="4419600" cy="646331"/>
          </a:xfrm>
          <a:prstGeom prst="rect">
            <a:avLst/>
          </a:prstGeom>
          <a:noFill/>
        </p:spPr>
        <p:txBody>
          <a:bodyPr wrap="square" rtlCol="0">
            <a:spAutoFit/>
          </a:bodyPr>
          <a:lstStyle/>
          <a:p>
            <a:r>
              <a:rPr lang="en-US" sz="3600" b="1" dirty="0">
                <a:solidFill>
                  <a:srgbClr val="FF0000"/>
                </a:solidFill>
              </a:rPr>
              <a:t>Preprocessing</a:t>
            </a:r>
            <a:endParaRPr lang="en-IN" sz="3600" b="1" dirty="0">
              <a:solidFill>
                <a:srgbClr val="FF0000"/>
              </a:solidFill>
            </a:endParaRPr>
          </a:p>
        </p:txBody>
      </p:sp>
      <p:sp>
        <p:nvSpPr>
          <p:cNvPr id="4" name="TextBox 3">
            <a:extLst>
              <a:ext uri="{FF2B5EF4-FFF2-40B4-BE49-F238E27FC236}">
                <a16:creationId xmlns:a16="http://schemas.microsoft.com/office/drawing/2014/main" id="{227CA9A6-AB2C-969D-F711-F2AC1027A616}"/>
              </a:ext>
            </a:extLst>
          </p:cNvPr>
          <p:cNvSpPr txBox="1"/>
          <p:nvPr/>
        </p:nvSpPr>
        <p:spPr>
          <a:xfrm>
            <a:off x="1066800" y="1562100"/>
            <a:ext cx="10134600" cy="4431983"/>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dataset contained numerical and categorical features that required transformation before training.</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Numerical features were standardized using</a:t>
            </a:r>
            <a:r>
              <a:rPr lang="en-US" sz="2400" b="1" dirty="0"/>
              <a:t> Standard Scaler</a:t>
            </a:r>
            <a:r>
              <a:rPr lang="en-US" sz="2400" dirty="0"/>
              <a: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Categorical features were converted using </a:t>
            </a:r>
            <a:r>
              <a:rPr lang="en-US" sz="2400" b="1" dirty="0"/>
              <a:t>One-Hot Encoding</a:t>
            </a:r>
            <a:r>
              <a:rPr lang="en-US" sz="2400" dirty="0"/>
              <a: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 </a:t>
            </a:r>
            <a:r>
              <a:rPr lang="en-US" sz="2400" b="1" dirty="0"/>
              <a:t>Column Transformer Pipeline</a:t>
            </a:r>
            <a:r>
              <a:rPr lang="en-US" sz="2400" dirty="0"/>
              <a:t> was used to apply all transformations efficiently.</a:t>
            </a:r>
          </a:p>
          <a:p>
            <a:pPr marL="342900" indent="-342900">
              <a:buFont typeface="Arial" panose="020B0604020202020204" pitchFamily="34" charset="0"/>
              <a:buChar char="•"/>
            </a:pPr>
            <a:r>
              <a:rPr lang="en-US" sz="2400" dirty="0"/>
              <a:t>This ensured clean, structured, and model-ready data for accurate prediction.</a:t>
            </a:r>
          </a:p>
          <a:p>
            <a:endParaRPr lang="en-IN" dirty="0"/>
          </a:p>
        </p:txBody>
      </p:sp>
    </p:spTree>
    <p:extLst>
      <p:ext uri="{BB962C8B-B14F-4D97-AF65-F5344CB8AC3E}">
        <p14:creationId xmlns:p14="http://schemas.microsoft.com/office/powerpoint/2010/main" val="1526345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C0BBA-E5F2-37AA-B30F-8EFE1EB58B64}"/>
            </a:ext>
          </a:extLst>
        </p:cNvPr>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36781785-AC3C-BD3C-5587-1492F3517496}"/>
              </a:ext>
            </a:extLst>
          </p:cNvPr>
          <p:cNvPicPr>
            <a:picLocks noChangeAspect="1"/>
          </p:cNvPicPr>
          <p:nvPr/>
        </p:nvPicPr>
        <p:blipFill>
          <a:blip r:embed="rId2"/>
          <a:stretch>
            <a:fillRect/>
          </a:stretch>
        </p:blipFill>
        <p:spPr>
          <a:xfrm>
            <a:off x="9867576" y="6057187"/>
            <a:ext cx="2324424" cy="704948"/>
          </a:xfrm>
          <a:prstGeom prst="rect">
            <a:avLst/>
          </a:prstGeom>
        </p:spPr>
      </p:pic>
      <p:sp>
        <p:nvSpPr>
          <p:cNvPr id="2" name="TextBox 1">
            <a:extLst>
              <a:ext uri="{FF2B5EF4-FFF2-40B4-BE49-F238E27FC236}">
                <a16:creationId xmlns:a16="http://schemas.microsoft.com/office/drawing/2014/main" id="{CAFE1DDB-A60C-6147-A2E3-FACB8C9E8A3C}"/>
              </a:ext>
            </a:extLst>
          </p:cNvPr>
          <p:cNvSpPr txBox="1"/>
          <p:nvPr/>
        </p:nvSpPr>
        <p:spPr>
          <a:xfrm>
            <a:off x="571500" y="666750"/>
            <a:ext cx="8210550" cy="646331"/>
          </a:xfrm>
          <a:prstGeom prst="rect">
            <a:avLst/>
          </a:prstGeom>
          <a:noFill/>
        </p:spPr>
        <p:txBody>
          <a:bodyPr wrap="square" rtlCol="0">
            <a:spAutoFit/>
          </a:bodyPr>
          <a:lstStyle/>
          <a:p>
            <a:r>
              <a:rPr lang="en-US" sz="3600" b="1" dirty="0">
                <a:solidFill>
                  <a:srgbClr val="FF0000"/>
                </a:solidFill>
              </a:rPr>
              <a:t>Preprocessing Techniques used: </a:t>
            </a:r>
            <a:endParaRPr lang="en-IN" sz="3600" b="1" dirty="0">
              <a:solidFill>
                <a:srgbClr val="FF0000"/>
              </a:solidFill>
            </a:endParaRPr>
          </a:p>
        </p:txBody>
      </p:sp>
      <p:sp>
        <p:nvSpPr>
          <p:cNvPr id="5" name="TextBox 4">
            <a:extLst>
              <a:ext uri="{FF2B5EF4-FFF2-40B4-BE49-F238E27FC236}">
                <a16:creationId xmlns:a16="http://schemas.microsoft.com/office/drawing/2014/main" id="{1E590964-6E5F-6BF7-C737-E79B0C353B93}"/>
              </a:ext>
            </a:extLst>
          </p:cNvPr>
          <p:cNvSpPr txBox="1"/>
          <p:nvPr/>
        </p:nvSpPr>
        <p:spPr>
          <a:xfrm>
            <a:off x="800100" y="1389936"/>
            <a:ext cx="10572750" cy="4431983"/>
          </a:xfrm>
          <a:prstGeom prst="rect">
            <a:avLst/>
          </a:prstGeom>
          <a:noFill/>
        </p:spPr>
        <p:txBody>
          <a:bodyPr wrap="square" rtlCol="0">
            <a:spAutoFit/>
          </a:bodyPr>
          <a:lstStyle/>
          <a:p>
            <a:pPr marL="342900" indent="-342900">
              <a:buFont typeface="Arial" panose="020B0604020202020204" pitchFamily="34" charset="0"/>
              <a:buChar char="•"/>
            </a:pPr>
            <a:r>
              <a:rPr lang="en-US" sz="2400" b="1" dirty="0"/>
              <a:t>Missing Value Imputation</a:t>
            </a:r>
            <a:endParaRPr lang="en-US" sz="2400" dirty="0"/>
          </a:p>
          <a:p>
            <a:pPr marL="742950" lvl="1" indent="-285750">
              <a:buFont typeface="Arial" panose="020B0604020202020204" pitchFamily="34" charset="0"/>
              <a:buChar char="•"/>
            </a:pPr>
            <a:r>
              <a:rPr lang="en-US" sz="2400" dirty="0"/>
              <a:t>KNN Imputer / Median / Mode filling</a:t>
            </a:r>
          </a:p>
          <a:p>
            <a:pPr marL="342900" indent="-342900">
              <a:buFont typeface="Arial" panose="020B0604020202020204" pitchFamily="34" charset="0"/>
              <a:buChar char="•"/>
            </a:pPr>
            <a:r>
              <a:rPr lang="en-US" sz="2400" b="1" dirty="0"/>
              <a:t>Feature Scaling</a:t>
            </a:r>
            <a:endParaRPr lang="en-US" sz="2400" dirty="0"/>
          </a:p>
          <a:p>
            <a:pPr marL="742950" lvl="1" indent="-285750">
              <a:buFont typeface="Arial" panose="020B0604020202020204" pitchFamily="34" charset="0"/>
              <a:buChar char="•"/>
            </a:pPr>
            <a:r>
              <a:rPr lang="en-US" sz="2400" b="1" dirty="0"/>
              <a:t>Standard Scaler</a:t>
            </a:r>
            <a:r>
              <a:rPr lang="en-US" sz="2400" dirty="0"/>
              <a:t> (Normalization of numerical features)</a:t>
            </a:r>
          </a:p>
          <a:p>
            <a:pPr marL="342900" indent="-342900">
              <a:buFont typeface="Arial" panose="020B0604020202020204" pitchFamily="34" charset="0"/>
              <a:buChar char="•"/>
            </a:pPr>
            <a:r>
              <a:rPr lang="en-US" sz="2400" b="1" dirty="0"/>
              <a:t>Categorical Encoding</a:t>
            </a:r>
            <a:endParaRPr lang="en-US" sz="2400" dirty="0"/>
          </a:p>
          <a:p>
            <a:pPr marL="742950" lvl="1" indent="-285750">
              <a:buFont typeface="Arial" panose="020B0604020202020204" pitchFamily="34" charset="0"/>
              <a:buChar char="•"/>
            </a:pPr>
            <a:r>
              <a:rPr lang="en-US" sz="2400" b="1" dirty="0"/>
              <a:t>One Hot Encoding</a:t>
            </a:r>
            <a:endParaRPr lang="en-US" sz="2400" dirty="0"/>
          </a:p>
          <a:p>
            <a:pPr marL="342900" indent="-342900">
              <a:buFont typeface="Arial" panose="020B0604020202020204" pitchFamily="34" charset="0"/>
              <a:buChar char="•"/>
            </a:pPr>
            <a:r>
              <a:rPr lang="en-US" sz="2400" b="1" dirty="0"/>
              <a:t>Column Transformation</a:t>
            </a:r>
            <a:endParaRPr lang="en-US" sz="2400" dirty="0"/>
          </a:p>
          <a:p>
            <a:pPr marL="742950" lvl="1" indent="-285750">
              <a:buFont typeface="Arial" panose="020B0604020202020204" pitchFamily="34" charset="0"/>
              <a:buChar char="•"/>
            </a:pPr>
            <a:r>
              <a:rPr lang="en-US" sz="2400" b="1" dirty="0"/>
              <a:t>Column Transformer</a:t>
            </a:r>
            <a:r>
              <a:rPr lang="en-US" sz="2400" dirty="0"/>
              <a:t> (Apply different transformations to different columns)</a:t>
            </a:r>
          </a:p>
          <a:p>
            <a:pPr marL="342900" indent="-342900">
              <a:buFont typeface="Arial" panose="020B0604020202020204" pitchFamily="34" charset="0"/>
              <a:buChar char="•"/>
            </a:pPr>
            <a:r>
              <a:rPr lang="en-US" sz="2400" b="1" dirty="0"/>
              <a:t>Pipeline Implementation</a:t>
            </a:r>
            <a:endParaRPr lang="en-US" sz="2400" dirty="0"/>
          </a:p>
          <a:p>
            <a:pPr marL="742950" lvl="1" indent="-285750">
              <a:buFont typeface="Arial" panose="020B0604020202020204" pitchFamily="34" charset="0"/>
              <a:buChar char="•"/>
            </a:pPr>
            <a:r>
              <a:rPr lang="en-US" sz="2400" b="1" dirty="0"/>
              <a:t>Scikit-learn Pipeline</a:t>
            </a:r>
            <a:r>
              <a:rPr lang="en-US" sz="2400" dirty="0"/>
              <a:t> (Combine preprocessing + model training)</a:t>
            </a:r>
          </a:p>
          <a:p>
            <a:endParaRPr lang="en-IN" dirty="0"/>
          </a:p>
        </p:txBody>
      </p:sp>
    </p:spTree>
    <p:extLst>
      <p:ext uri="{BB962C8B-B14F-4D97-AF65-F5344CB8AC3E}">
        <p14:creationId xmlns:p14="http://schemas.microsoft.com/office/powerpoint/2010/main" val="2639623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8167D-3AD4-10C8-154D-8F15340C6E42}"/>
            </a:ext>
          </a:extLst>
        </p:cNvPr>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F45D4690-A4F6-C928-BA4D-381704159BCC}"/>
              </a:ext>
            </a:extLst>
          </p:cNvPr>
          <p:cNvPicPr>
            <a:picLocks noChangeAspect="1"/>
          </p:cNvPicPr>
          <p:nvPr/>
        </p:nvPicPr>
        <p:blipFill>
          <a:blip r:embed="rId2"/>
          <a:stretch>
            <a:fillRect/>
          </a:stretch>
        </p:blipFill>
        <p:spPr>
          <a:xfrm>
            <a:off x="9867576" y="6057187"/>
            <a:ext cx="2324424" cy="704948"/>
          </a:xfrm>
          <a:prstGeom prst="rect">
            <a:avLst/>
          </a:prstGeom>
        </p:spPr>
      </p:pic>
      <p:sp>
        <p:nvSpPr>
          <p:cNvPr id="2" name="TextBox 1">
            <a:extLst>
              <a:ext uri="{FF2B5EF4-FFF2-40B4-BE49-F238E27FC236}">
                <a16:creationId xmlns:a16="http://schemas.microsoft.com/office/drawing/2014/main" id="{A3639843-2D0E-8DF1-3709-9F62AB44AE20}"/>
              </a:ext>
            </a:extLst>
          </p:cNvPr>
          <p:cNvSpPr txBox="1"/>
          <p:nvPr/>
        </p:nvSpPr>
        <p:spPr>
          <a:xfrm>
            <a:off x="451431" y="465107"/>
            <a:ext cx="4419600" cy="646331"/>
          </a:xfrm>
          <a:prstGeom prst="rect">
            <a:avLst/>
          </a:prstGeom>
          <a:noFill/>
        </p:spPr>
        <p:txBody>
          <a:bodyPr wrap="square" rtlCol="0">
            <a:spAutoFit/>
          </a:bodyPr>
          <a:lstStyle/>
          <a:p>
            <a:r>
              <a:rPr lang="en-US" sz="3600" b="1" dirty="0">
                <a:solidFill>
                  <a:srgbClr val="FF0000"/>
                </a:solidFill>
              </a:rPr>
              <a:t>Model Building:   </a:t>
            </a:r>
            <a:endParaRPr lang="en-IN" sz="3600" b="1" dirty="0">
              <a:solidFill>
                <a:srgbClr val="FF0000"/>
              </a:solidFill>
            </a:endParaRPr>
          </a:p>
        </p:txBody>
      </p:sp>
      <p:sp>
        <p:nvSpPr>
          <p:cNvPr id="4" name="TextBox 3">
            <a:extLst>
              <a:ext uri="{FF2B5EF4-FFF2-40B4-BE49-F238E27FC236}">
                <a16:creationId xmlns:a16="http://schemas.microsoft.com/office/drawing/2014/main" id="{7E7ACCC6-094D-BA7D-F561-667CF3F1369B}"/>
              </a:ext>
            </a:extLst>
          </p:cNvPr>
          <p:cNvSpPr txBox="1"/>
          <p:nvPr/>
        </p:nvSpPr>
        <p:spPr>
          <a:xfrm>
            <a:off x="451431" y="1359158"/>
            <a:ext cx="11468100" cy="4832092"/>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dirty="0">
                <a:latin typeface="Arial" panose="020B0604020202020204" pitchFamily="34" charset="0"/>
              </a:rPr>
              <a:t> </a:t>
            </a:r>
            <a:r>
              <a:rPr lang="en-US" altLang="en-US" sz="2200" dirty="0">
                <a:latin typeface="Arial" panose="020B0604020202020204" pitchFamily="34" charset="0"/>
              </a:rPr>
              <a:t>After preprocessing, the dataset was split into training and testing sets.</a:t>
            </a:r>
          </a:p>
          <a:p>
            <a:pPr lvl="0" eaLnBrk="0" fontAlgn="base" hangingPunct="0">
              <a:spcBef>
                <a:spcPct val="0"/>
              </a:spcBef>
              <a:spcAft>
                <a:spcPct val="0"/>
              </a:spcAft>
            </a:pPr>
            <a:endParaRPr lang="en-US" altLang="en-US" sz="2200" dirty="0">
              <a:latin typeface="Arial" panose="020B0604020202020204" pitchFamily="34" charset="0"/>
            </a:endParaRPr>
          </a:p>
          <a:p>
            <a:pPr lvl="0" eaLnBrk="0" fontAlgn="base" hangingPunct="0">
              <a:spcBef>
                <a:spcPct val="0"/>
              </a:spcBef>
              <a:spcAft>
                <a:spcPct val="0"/>
              </a:spcAft>
              <a:buFontTx/>
              <a:buChar char="•"/>
            </a:pPr>
            <a:r>
              <a:rPr lang="en-US" altLang="en-US" sz="2200" dirty="0">
                <a:latin typeface="Arial" panose="020B0604020202020204" pitchFamily="34" charset="0"/>
              </a:rPr>
              <a:t> Three machine learning algorithms were implemented:</a:t>
            </a:r>
          </a:p>
          <a:p>
            <a:pPr lvl="0" eaLnBrk="0" fontAlgn="base" hangingPunct="0">
              <a:spcBef>
                <a:spcPct val="0"/>
              </a:spcBef>
              <a:spcAft>
                <a:spcPct val="0"/>
              </a:spcAft>
            </a:pPr>
            <a:endParaRPr lang="en-US" altLang="en-US" sz="2200" dirty="0">
              <a:latin typeface="Arial" panose="020B0604020202020204" pitchFamily="34" charset="0"/>
            </a:endParaRPr>
          </a:p>
          <a:p>
            <a:pPr lvl="0" eaLnBrk="0" fontAlgn="base" hangingPunct="0">
              <a:spcBef>
                <a:spcPct val="0"/>
              </a:spcBef>
              <a:spcAft>
                <a:spcPct val="0"/>
              </a:spcAft>
              <a:buFontTx/>
              <a:buChar char="•"/>
            </a:pPr>
            <a:r>
              <a:rPr lang="en-US" altLang="en-US" sz="2200" b="1" dirty="0">
                <a:latin typeface="Arial" panose="020B0604020202020204" pitchFamily="34" charset="0"/>
              </a:rPr>
              <a:t> Support Vector Machine (SVM)</a:t>
            </a:r>
            <a:endParaRPr lang="en-US" altLang="en-US" sz="2200" dirty="0">
              <a:latin typeface="Arial" panose="020B0604020202020204" pitchFamily="34" charset="0"/>
            </a:endParaRPr>
          </a:p>
          <a:p>
            <a:pPr lvl="0" eaLnBrk="0" fontAlgn="base" hangingPunct="0">
              <a:spcBef>
                <a:spcPct val="0"/>
              </a:spcBef>
              <a:spcAft>
                <a:spcPct val="0"/>
              </a:spcAft>
              <a:buFontTx/>
              <a:buChar char="•"/>
            </a:pPr>
            <a:r>
              <a:rPr lang="en-US" altLang="en-US" sz="2200" b="1" dirty="0">
                <a:latin typeface="Arial" panose="020B0604020202020204" pitchFamily="34" charset="0"/>
              </a:rPr>
              <a:t> Random Forest</a:t>
            </a:r>
            <a:endParaRPr lang="en-US" altLang="en-US" sz="2200" dirty="0">
              <a:latin typeface="Arial" panose="020B0604020202020204" pitchFamily="34" charset="0"/>
            </a:endParaRPr>
          </a:p>
          <a:p>
            <a:pPr lvl="0" eaLnBrk="0" fontAlgn="base" hangingPunct="0">
              <a:spcBef>
                <a:spcPct val="0"/>
              </a:spcBef>
              <a:spcAft>
                <a:spcPct val="0"/>
              </a:spcAft>
              <a:buFontTx/>
              <a:buChar char="•"/>
            </a:pPr>
            <a:r>
              <a:rPr lang="en-US" altLang="en-US" sz="2200" b="1" dirty="0">
                <a:latin typeface="Arial" panose="020B0604020202020204" pitchFamily="34" charset="0"/>
              </a:rPr>
              <a:t> XG Boost</a:t>
            </a:r>
          </a:p>
          <a:p>
            <a:pPr lvl="0" eaLnBrk="0" fontAlgn="base" hangingPunct="0">
              <a:spcBef>
                <a:spcPct val="0"/>
              </a:spcBef>
              <a:spcAft>
                <a:spcPct val="0"/>
              </a:spcAft>
            </a:pPr>
            <a:endParaRPr lang="en-US" altLang="en-US" sz="2200" dirty="0">
              <a:latin typeface="Arial" panose="020B0604020202020204" pitchFamily="34" charset="0"/>
            </a:endParaRPr>
          </a:p>
          <a:p>
            <a:pPr lvl="0" eaLnBrk="0" fontAlgn="base" hangingPunct="0">
              <a:spcBef>
                <a:spcPct val="0"/>
              </a:spcBef>
              <a:spcAft>
                <a:spcPct val="0"/>
              </a:spcAft>
              <a:buFontTx/>
              <a:buChar char="•"/>
            </a:pPr>
            <a:r>
              <a:rPr lang="en-US" altLang="en-US" sz="2200" dirty="0">
                <a:latin typeface="Arial" panose="020B0604020202020204" pitchFamily="34" charset="0"/>
              </a:rPr>
              <a:t> Each model was trained and evaluated using performance metrics such as </a:t>
            </a:r>
            <a:r>
              <a:rPr lang="en-US" altLang="en-US" sz="2200" b="1" dirty="0">
                <a:latin typeface="Arial" panose="020B0604020202020204" pitchFamily="34" charset="0"/>
              </a:rPr>
              <a:t>Accuracy and F1-Score</a:t>
            </a:r>
            <a:r>
              <a:rPr lang="en-US" altLang="en-US" sz="2200" dirty="0">
                <a:latin typeface="Arial" panose="020B0604020202020204" pitchFamily="34" charset="0"/>
              </a:rPr>
              <a:t>.</a:t>
            </a:r>
          </a:p>
          <a:p>
            <a:pPr lvl="0" eaLnBrk="0" fontAlgn="base" hangingPunct="0">
              <a:spcBef>
                <a:spcPct val="0"/>
              </a:spcBef>
              <a:spcAft>
                <a:spcPct val="0"/>
              </a:spcAft>
            </a:pPr>
            <a:endParaRPr lang="en-US" altLang="en-US" sz="2200" dirty="0">
              <a:latin typeface="Arial" panose="020B0604020202020204" pitchFamily="34" charset="0"/>
            </a:endParaRPr>
          </a:p>
          <a:p>
            <a:pPr lvl="0" eaLnBrk="0" fontAlgn="base" hangingPunct="0">
              <a:spcBef>
                <a:spcPct val="0"/>
              </a:spcBef>
              <a:spcAft>
                <a:spcPct val="0"/>
              </a:spcAft>
              <a:buFontTx/>
              <a:buChar char="•"/>
            </a:pPr>
            <a:r>
              <a:rPr lang="en-US" altLang="en-US" sz="2200" dirty="0">
                <a:latin typeface="Arial" panose="020B0604020202020204" pitchFamily="34" charset="0"/>
              </a:rPr>
              <a:t> After comparison, </a:t>
            </a:r>
            <a:r>
              <a:rPr lang="en-US" altLang="en-US" sz="2200" b="1" dirty="0">
                <a:latin typeface="Arial" panose="020B0604020202020204" pitchFamily="34" charset="0"/>
              </a:rPr>
              <a:t>SVM achieved the best performance</a:t>
            </a:r>
            <a:r>
              <a:rPr lang="en-US" altLang="en-US" sz="2200" dirty="0">
                <a:latin typeface="Arial" panose="020B0604020202020204" pitchFamily="34" charset="0"/>
              </a:rPr>
              <a:t> among the three models.</a:t>
            </a:r>
          </a:p>
          <a:p>
            <a:pPr lvl="0" eaLnBrk="0" fontAlgn="base" hangingPunct="0">
              <a:spcBef>
                <a:spcPct val="0"/>
              </a:spcBef>
              <a:spcAft>
                <a:spcPct val="0"/>
              </a:spcAft>
            </a:pPr>
            <a:endParaRPr lang="en-US" altLang="en-US" sz="2200" dirty="0">
              <a:latin typeface="Arial" panose="020B0604020202020204" pitchFamily="34" charset="0"/>
            </a:endParaRPr>
          </a:p>
          <a:p>
            <a:pPr lvl="0" eaLnBrk="0" fontAlgn="base" hangingPunct="0">
              <a:spcBef>
                <a:spcPct val="0"/>
              </a:spcBef>
              <a:spcAft>
                <a:spcPct val="0"/>
              </a:spcAft>
              <a:buFontTx/>
              <a:buChar char="•"/>
            </a:pPr>
            <a:r>
              <a:rPr lang="en-US" altLang="en-US" sz="2200" dirty="0">
                <a:latin typeface="Arial" panose="020B0604020202020204" pitchFamily="34" charset="0"/>
              </a:rPr>
              <a:t> Therefore, SVM was selected as the final model for heart disease risk prediction.</a:t>
            </a:r>
          </a:p>
        </p:txBody>
      </p:sp>
    </p:spTree>
    <p:extLst>
      <p:ext uri="{BB962C8B-B14F-4D97-AF65-F5344CB8AC3E}">
        <p14:creationId xmlns:p14="http://schemas.microsoft.com/office/powerpoint/2010/main" val="2083290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3B7BD-9FD5-B24A-7446-4A232796CDAD}"/>
            </a:ext>
          </a:extLst>
        </p:cNvPr>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FA42E590-B004-8E2A-9E25-CBACC4226BB3}"/>
              </a:ext>
            </a:extLst>
          </p:cNvPr>
          <p:cNvPicPr>
            <a:picLocks noChangeAspect="1"/>
          </p:cNvPicPr>
          <p:nvPr/>
        </p:nvPicPr>
        <p:blipFill>
          <a:blip r:embed="rId2"/>
          <a:stretch>
            <a:fillRect/>
          </a:stretch>
        </p:blipFill>
        <p:spPr>
          <a:xfrm>
            <a:off x="9867576" y="6057187"/>
            <a:ext cx="2324424" cy="704948"/>
          </a:xfrm>
          <a:prstGeom prst="rect">
            <a:avLst/>
          </a:prstGeom>
        </p:spPr>
      </p:pic>
      <p:sp>
        <p:nvSpPr>
          <p:cNvPr id="2" name="TextBox 1">
            <a:extLst>
              <a:ext uri="{FF2B5EF4-FFF2-40B4-BE49-F238E27FC236}">
                <a16:creationId xmlns:a16="http://schemas.microsoft.com/office/drawing/2014/main" id="{B831D2DC-0D39-9DAD-0B2B-3A110033A8EB}"/>
              </a:ext>
            </a:extLst>
          </p:cNvPr>
          <p:cNvSpPr txBox="1"/>
          <p:nvPr/>
        </p:nvSpPr>
        <p:spPr>
          <a:xfrm>
            <a:off x="571500" y="666750"/>
            <a:ext cx="4419600" cy="646331"/>
          </a:xfrm>
          <a:prstGeom prst="rect">
            <a:avLst/>
          </a:prstGeom>
          <a:noFill/>
        </p:spPr>
        <p:txBody>
          <a:bodyPr wrap="square" rtlCol="0">
            <a:spAutoFit/>
          </a:bodyPr>
          <a:lstStyle/>
          <a:p>
            <a:r>
              <a:rPr lang="en-US" sz="3600" b="1" dirty="0">
                <a:solidFill>
                  <a:srgbClr val="FF0000"/>
                </a:solidFill>
              </a:rPr>
              <a:t>Evaluation Metric: </a:t>
            </a:r>
            <a:endParaRPr lang="en-IN" sz="3600" b="1" dirty="0">
              <a:solidFill>
                <a:srgbClr val="FF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D31375F-F528-49B3-B205-C3D0309E2D1D}"/>
                  </a:ext>
                </a:extLst>
              </p:cNvPr>
              <p:cNvSpPr txBox="1"/>
              <p:nvPr/>
            </p:nvSpPr>
            <p:spPr>
              <a:xfrm>
                <a:off x="914400" y="1449100"/>
                <a:ext cx="10363200" cy="4059253"/>
              </a:xfrm>
              <a:prstGeom prst="rect">
                <a:avLst/>
              </a:prstGeom>
              <a:noFill/>
            </p:spPr>
            <p:txBody>
              <a:bodyPr wrap="square" rtlCol="0">
                <a:spAutoFit/>
              </a:bodyPr>
              <a:lstStyle/>
              <a:p>
                <a:r>
                  <a:rPr lang="en-US" sz="2200" dirty="0"/>
                  <a:t>To measure the performance of the models (SVM, Random Forest, XG Boost), the following evaluation metrics were used:</a:t>
                </a:r>
              </a:p>
              <a:p>
                <a:r>
                  <a:rPr lang="en-US" sz="2200" b="1" dirty="0"/>
                  <a:t>1. Accuracy</a:t>
                </a:r>
              </a:p>
              <a:p>
                <a:r>
                  <a:rPr lang="en-US" sz="2200" dirty="0"/>
                  <a:t>Accuracy measures the percentage of correctly predicted instances out of total predictions.</a:t>
                </a:r>
              </a:p>
              <a:p>
                <a:endParaRPr lang="en-US" sz="2200" dirty="0"/>
              </a:p>
              <a:p>
                <a:r>
                  <a:rPr lang="en-US" sz="2200" dirty="0"/>
                  <a:t>Formula:</a:t>
                </a:r>
              </a:p>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rPr>
                        <m:t>𝐴𝑐𝑐𝑢𝑟𝑎𝑐𝑦</m:t>
                      </m:r>
                      <m:r>
                        <a:rPr lang="en-US" sz="2200">
                          <a:latin typeface="Cambria Math" panose="02040503050406030204" pitchFamily="18" charset="0"/>
                        </a:rPr>
                        <m:t>=</m:t>
                      </m:r>
                      <m:f>
                        <m:fPr>
                          <m:ctrlPr>
                            <a:rPr lang="ar-AE" sz="2200" i="1">
                              <a:latin typeface="Cambria Math" panose="02040503050406030204" pitchFamily="18" charset="0"/>
                            </a:rPr>
                          </m:ctrlPr>
                        </m:fPr>
                        <m:num>
                          <m:r>
                            <a:rPr lang="ar-AE" sz="2200" i="1">
                              <a:latin typeface="Cambria Math" panose="02040503050406030204" pitchFamily="18" charset="0"/>
                            </a:rPr>
                            <m:t>𝐶𝑜𝑟𝑟𝑒𝑐𝑡</m:t>
                          </m:r>
                          <m:r>
                            <m:rPr>
                              <m:nor/>
                            </m:rPr>
                            <a:rPr lang="ar-AE" sz="2200" i="1"/>
                            <m:t> </m:t>
                          </m:r>
                          <m:r>
                            <a:rPr lang="ar-AE" sz="2200" i="1">
                              <a:latin typeface="Cambria Math" panose="02040503050406030204" pitchFamily="18" charset="0"/>
                            </a:rPr>
                            <m:t>𝑃𝑟𝑒𝑑𝑖𝑐𝑡𝑖𝑜𝑛𝑠</m:t>
                          </m:r>
                        </m:num>
                        <m:den>
                          <m:r>
                            <a:rPr lang="ar-AE" sz="2200" i="1">
                              <a:latin typeface="Cambria Math" panose="02040503050406030204" pitchFamily="18" charset="0"/>
                            </a:rPr>
                            <m:t>𝑇𝑜𝑡𝑎𝑙</m:t>
                          </m:r>
                          <m:r>
                            <m:rPr>
                              <m:nor/>
                            </m:rPr>
                            <a:rPr lang="ar-AE" sz="2200" i="1"/>
                            <m:t> </m:t>
                          </m:r>
                          <m:r>
                            <a:rPr lang="ar-AE" sz="2200" i="1">
                              <a:latin typeface="Cambria Math" panose="02040503050406030204" pitchFamily="18" charset="0"/>
                            </a:rPr>
                            <m:t>𝑃𝑟𝑒𝑑𝑖𝑐𝑡𝑖𝑜𝑛𝑠</m:t>
                          </m:r>
                        </m:den>
                      </m:f>
                    </m:oMath>
                  </m:oMathPara>
                </a14:m>
                <a:endParaRPr lang="en-US" sz="2200" dirty="0"/>
              </a:p>
              <a:p>
                <a:endParaRPr lang="en-US" sz="2200" dirty="0"/>
              </a:p>
              <a:p>
                <a:r>
                  <a:rPr lang="en-US" sz="2200" dirty="0"/>
                  <a:t>It gives an overall performance of the model.</a:t>
                </a:r>
              </a:p>
              <a:p>
                <a:endParaRPr lang="en-IN" dirty="0"/>
              </a:p>
            </p:txBody>
          </p:sp>
        </mc:Choice>
        <mc:Fallback xmlns="">
          <p:sp>
            <p:nvSpPr>
              <p:cNvPr id="4" name="TextBox 3">
                <a:extLst>
                  <a:ext uri="{FF2B5EF4-FFF2-40B4-BE49-F238E27FC236}">
                    <a16:creationId xmlns:a16="http://schemas.microsoft.com/office/drawing/2014/main" id="{AD31375F-F528-49B3-B205-C3D0309E2D1D}"/>
                  </a:ext>
                </a:extLst>
              </p:cNvPr>
              <p:cNvSpPr txBox="1">
                <a:spLocks noRot="1" noChangeAspect="1" noMove="1" noResize="1" noEditPoints="1" noAdjustHandles="1" noChangeArrowheads="1" noChangeShapeType="1" noTextEdit="1"/>
              </p:cNvSpPr>
              <p:nvPr/>
            </p:nvSpPr>
            <p:spPr>
              <a:xfrm>
                <a:off x="914400" y="1449100"/>
                <a:ext cx="10363200" cy="4059253"/>
              </a:xfrm>
              <a:prstGeom prst="rect">
                <a:avLst/>
              </a:prstGeom>
              <a:blipFill>
                <a:blip r:embed="rId3"/>
                <a:stretch>
                  <a:fillRect l="-765" t="-1051"/>
                </a:stretch>
              </a:blipFill>
            </p:spPr>
            <p:txBody>
              <a:bodyPr/>
              <a:lstStyle/>
              <a:p>
                <a:r>
                  <a:rPr lang="en-IN">
                    <a:noFill/>
                  </a:rPr>
                  <a:t> </a:t>
                </a:r>
              </a:p>
            </p:txBody>
          </p:sp>
        </mc:Fallback>
      </mc:AlternateContent>
    </p:spTree>
    <p:extLst>
      <p:ext uri="{BB962C8B-B14F-4D97-AF65-F5344CB8AC3E}">
        <p14:creationId xmlns:p14="http://schemas.microsoft.com/office/powerpoint/2010/main" val="4005700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AA020-9783-9020-9B39-0B723F0E560B}"/>
            </a:ext>
          </a:extLst>
        </p:cNvPr>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A3B26A66-F647-CC09-F70E-9DB68DE83725}"/>
              </a:ext>
            </a:extLst>
          </p:cNvPr>
          <p:cNvPicPr>
            <a:picLocks noChangeAspect="1"/>
          </p:cNvPicPr>
          <p:nvPr/>
        </p:nvPicPr>
        <p:blipFill>
          <a:blip r:embed="rId2"/>
          <a:stretch>
            <a:fillRect/>
          </a:stretch>
        </p:blipFill>
        <p:spPr>
          <a:xfrm>
            <a:off x="9867576" y="6057187"/>
            <a:ext cx="2324424" cy="704948"/>
          </a:xfrm>
          <a:prstGeom prst="rect">
            <a:avLst/>
          </a:prstGeom>
        </p:spPr>
      </p:pic>
      <p:sp>
        <p:nvSpPr>
          <p:cNvPr id="2" name="TextBox 1">
            <a:extLst>
              <a:ext uri="{FF2B5EF4-FFF2-40B4-BE49-F238E27FC236}">
                <a16:creationId xmlns:a16="http://schemas.microsoft.com/office/drawing/2014/main" id="{A37E68F5-D729-50D2-0F4C-DDA0F4638D7F}"/>
              </a:ext>
            </a:extLst>
          </p:cNvPr>
          <p:cNvSpPr txBox="1"/>
          <p:nvPr/>
        </p:nvSpPr>
        <p:spPr>
          <a:xfrm>
            <a:off x="571500" y="666750"/>
            <a:ext cx="4419600" cy="646331"/>
          </a:xfrm>
          <a:prstGeom prst="rect">
            <a:avLst/>
          </a:prstGeom>
          <a:noFill/>
        </p:spPr>
        <p:txBody>
          <a:bodyPr wrap="square" rtlCol="0">
            <a:spAutoFit/>
          </a:bodyPr>
          <a:lstStyle/>
          <a:p>
            <a:r>
              <a:rPr lang="en-US" sz="3600" b="1" dirty="0">
                <a:solidFill>
                  <a:srgbClr val="FF0000"/>
                </a:solidFill>
              </a:rPr>
              <a:t>2. F1- Score:  </a:t>
            </a:r>
            <a:endParaRPr lang="en-IN" sz="3600" b="1" dirty="0">
              <a:solidFill>
                <a:srgbClr val="FF0000"/>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217DD16-4BAA-C35F-34DD-B246A09F72C1}"/>
                  </a:ext>
                </a:extLst>
              </p:cNvPr>
              <p:cNvSpPr txBox="1"/>
              <p:nvPr/>
            </p:nvSpPr>
            <p:spPr>
              <a:xfrm>
                <a:off x="571500" y="1455575"/>
                <a:ext cx="10496550" cy="4157100"/>
              </a:xfrm>
              <a:prstGeom prst="rect">
                <a:avLst/>
              </a:prstGeom>
              <a:noFill/>
            </p:spPr>
            <p:txBody>
              <a:bodyPr wrap="square">
                <a:spAutoFit/>
              </a:bodyPr>
              <a:lstStyle/>
              <a:p>
                <a:r>
                  <a:rPr lang="en-US" sz="2200" dirty="0"/>
                  <a:t>F1-Score is the harmonic mean of Precision and Recall.</a:t>
                </a:r>
              </a:p>
              <a:p>
                <a:r>
                  <a:rPr lang="en-US" sz="2200" dirty="0"/>
                  <a:t>It is especially important when the dataset has class imbalance.</a:t>
                </a:r>
              </a:p>
              <a:p>
                <a:r>
                  <a:rPr lang="en-US" sz="2200" dirty="0"/>
                  <a:t>It balances false positives and false negatives.</a:t>
                </a:r>
              </a:p>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              </m:t>
                      </m:r>
                      <m:r>
                        <a:rPr lang="en-US" sz="2200" i="1">
                          <a:latin typeface="Cambria Math" panose="02040503050406030204" pitchFamily="18" charset="0"/>
                        </a:rPr>
                        <m:t>𝐹</m:t>
                      </m:r>
                      <m:r>
                        <a:rPr lang="en-US" sz="2200">
                          <a:latin typeface="Cambria Math" panose="02040503050406030204" pitchFamily="18" charset="0"/>
                        </a:rPr>
                        <m:t>1</m:t>
                      </m:r>
                      <m:r>
                        <a:rPr lang="en-US" sz="2200">
                          <a:latin typeface="Cambria Math" panose="02040503050406030204" pitchFamily="18" charset="0"/>
                        </a:rPr>
                        <m:t>=</m:t>
                      </m:r>
                      <m:r>
                        <a:rPr lang="en-US" sz="2200">
                          <a:latin typeface="Cambria Math" panose="02040503050406030204" pitchFamily="18" charset="0"/>
                        </a:rPr>
                        <m:t>2</m:t>
                      </m:r>
                      <m:r>
                        <a:rPr lang="en-US" sz="2200">
                          <a:latin typeface="Cambria Math" panose="02040503050406030204" pitchFamily="18" charset="0"/>
                        </a:rPr>
                        <m:t>×</m:t>
                      </m:r>
                      <m:f>
                        <m:fPr>
                          <m:ctrlPr>
                            <a:rPr lang="ar-AE" sz="2200" i="1">
                              <a:latin typeface="Cambria Math" panose="02040503050406030204" pitchFamily="18" charset="0"/>
                            </a:rPr>
                          </m:ctrlPr>
                        </m:fPr>
                        <m:num>
                          <m:r>
                            <a:rPr lang="ar-AE" sz="2200" i="1">
                              <a:latin typeface="Cambria Math" panose="02040503050406030204" pitchFamily="18" charset="0"/>
                            </a:rPr>
                            <m:t>𝑃𝑟𝑒𝑐𝑖𝑠𝑖𝑜𝑛</m:t>
                          </m:r>
                          <m:r>
                            <a:rPr lang="ar-AE" sz="2200">
                              <a:latin typeface="Cambria Math" panose="02040503050406030204" pitchFamily="18" charset="0"/>
                            </a:rPr>
                            <m:t>×</m:t>
                          </m:r>
                          <m:r>
                            <a:rPr lang="ar-AE" sz="2200" i="1">
                              <a:latin typeface="Cambria Math" panose="02040503050406030204" pitchFamily="18" charset="0"/>
                            </a:rPr>
                            <m:t>𝑅𝑒𝑐𝑎𝑙𝑙</m:t>
                          </m:r>
                        </m:num>
                        <m:den>
                          <m:r>
                            <a:rPr lang="ar-AE" sz="2200" i="1">
                              <a:latin typeface="Cambria Math" panose="02040503050406030204" pitchFamily="18" charset="0"/>
                            </a:rPr>
                            <m:t>𝑃𝑟𝑒𝑐𝑖𝑠𝑖𝑜𝑛</m:t>
                          </m:r>
                          <m:r>
                            <a:rPr lang="ar-AE" sz="2200">
                              <a:latin typeface="Cambria Math" panose="02040503050406030204" pitchFamily="18" charset="0"/>
                            </a:rPr>
                            <m:t>+</m:t>
                          </m:r>
                          <m:r>
                            <a:rPr lang="ar-AE" sz="2200" i="1">
                              <a:latin typeface="Cambria Math" panose="02040503050406030204" pitchFamily="18" charset="0"/>
                            </a:rPr>
                            <m:t>𝑅𝑒𝑐𝑎𝑙𝑙</m:t>
                          </m:r>
                        </m:den>
                      </m:f>
                    </m:oMath>
                  </m:oMathPara>
                </a14:m>
                <a:endParaRPr lang="ar-AE" sz="2200" dirty="0"/>
              </a:p>
              <a:p>
                <a:r>
                  <a:rPr lang="en-US" sz="2200" dirty="0"/>
                  <a:t>Higher F1-score indicates better model performance.</a:t>
                </a:r>
              </a:p>
              <a:p>
                <a:pPr marL="0" indent="0">
                  <a:buNone/>
                </a:pPr>
                <a:endParaRPr lang="en-US" dirty="0"/>
              </a:p>
              <a:p>
                <a:pPr marL="0" indent="0">
                  <a:buNone/>
                </a:pPr>
                <a:r>
                  <a:rPr lang="en-US" sz="3200" b="1" dirty="0">
                    <a:solidFill>
                      <a:srgbClr val="FF0000"/>
                    </a:solidFill>
                  </a:rPr>
                  <a:t>3. Confusion Matrix:</a:t>
                </a:r>
              </a:p>
              <a:p>
                <a:pPr marL="0" indent="0">
                  <a:buNone/>
                </a:pPr>
                <a:endParaRPr lang="en-US" sz="1800" b="1" dirty="0"/>
              </a:p>
              <a:p>
                <a:r>
                  <a:rPr lang="en-US" sz="2200" dirty="0"/>
                  <a:t>A table that shows actual vs predicted values.</a:t>
                </a:r>
              </a:p>
              <a:p>
                <a:r>
                  <a:rPr lang="en-US" sz="2200" dirty="0"/>
                  <a:t>Diagonal values represent correct predictions.</a:t>
                </a:r>
              </a:p>
              <a:p>
                <a:r>
                  <a:rPr lang="en-US" sz="2200" dirty="0"/>
                  <a:t>Helps in analyzing model performance for each class separately.</a:t>
                </a:r>
              </a:p>
            </p:txBody>
          </p:sp>
        </mc:Choice>
        <mc:Fallback xmlns="">
          <p:sp>
            <p:nvSpPr>
              <p:cNvPr id="5" name="TextBox 4">
                <a:extLst>
                  <a:ext uri="{FF2B5EF4-FFF2-40B4-BE49-F238E27FC236}">
                    <a16:creationId xmlns:a16="http://schemas.microsoft.com/office/drawing/2014/main" id="{A217DD16-4BAA-C35F-34DD-B246A09F72C1}"/>
                  </a:ext>
                </a:extLst>
              </p:cNvPr>
              <p:cNvSpPr txBox="1">
                <a:spLocks noRot="1" noChangeAspect="1" noMove="1" noResize="1" noEditPoints="1" noAdjustHandles="1" noChangeArrowheads="1" noChangeShapeType="1" noTextEdit="1"/>
              </p:cNvSpPr>
              <p:nvPr/>
            </p:nvSpPr>
            <p:spPr>
              <a:xfrm>
                <a:off x="571500" y="1455575"/>
                <a:ext cx="10496550" cy="4157100"/>
              </a:xfrm>
              <a:prstGeom prst="rect">
                <a:avLst/>
              </a:prstGeom>
              <a:blipFill>
                <a:blip r:embed="rId3"/>
                <a:stretch>
                  <a:fillRect l="-1510" t="-1026" b="-2053"/>
                </a:stretch>
              </a:blipFill>
            </p:spPr>
            <p:txBody>
              <a:bodyPr/>
              <a:lstStyle/>
              <a:p>
                <a:r>
                  <a:rPr lang="en-IN">
                    <a:noFill/>
                  </a:rPr>
                  <a:t> </a:t>
                </a:r>
              </a:p>
            </p:txBody>
          </p:sp>
        </mc:Fallback>
      </mc:AlternateContent>
    </p:spTree>
    <p:extLst>
      <p:ext uri="{BB962C8B-B14F-4D97-AF65-F5344CB8AC3E}">
        <p14:creationId xmlns:p14="http://schemas.microsoft.com/office/powerpoint/2010/main" val="3387445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964EE-5104-6AE5-AC99-99C80B7740A1}"/>
            </a:ext>
          </a:extLst>
        </p:cNvPr>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A9E5934A-7DD2-6C69-A4F8-E961C6B15BA4}"/>
              </a:ext>
            </a:extLst>
          </p:cNvPr>
          <p:cNvPicPr>
            <a:picLocks noChangeAspect="1"/>
          </p:cNvPicPr>
          <p:nvPr/>
        </p:nvPicPr>
        <p:blipFill>
          <a:blip r:embed="rId2"/>
          <a:stretch>
            <a:fillRect/>
          </a:stretch>
        </p:blipFill>
        <p:spPr>
          <a:xfrm>
            <a:off x="9867576" y="6057187"/>
            <a:ext cx="2324424" cy="704948"/>
          </a:xfrm>
          <a:prstGeom prst="rect">
            <a:avLst/>
          </a:prstGeom>
        </p:spPr>
      </p:pic>
      <p:sp>
        <p:nvSpPr>
          <p:cNvPr id="2" name="TextBox 1">
            <a:extLst>
              <a:ext uri="{FF2B5EF4-FFF2-40B4-BE49-F238E27FC236}">
                <a16:creationId xmlns:a16="http://schemas.microsoft.com/office/drawing/2014/main" id="{31BC6710-911A-58F3-1B7B-DAF9DF85786E}"/>
              </a:ext>
            </a:extLst>
          </p:cNvPr>
          <p:cNvSpPr txBox="1"/>
          <p:nvPr/>
        </p:nvSpPr>
        <p:spPr>
          <a:xfrm>
            <a:off x="571500" y="666750"/>
            <a:ext cx="4419600" cy="646331"/>
          </a:xfrm>
          <a:prstGeom prst="rect">
            <a:avLst/>
          </a:prstGeom>
          <a:noFill/>
        </p:spPr>
        <p:txBody>
          <a:bodyPr wrap="square" rtlCol="0">
            <a:spAutoFit/>
          </a:bodyPr>
          <a:lstStyle/>
          <a:p>
            <a:r>
              <a:rPr lang="en-US" sz="3600" b="1" dirty="0">
                <a:solidFill>
                  <a:srgbClr val="FF0000"/>
                </a:solidFill>
              </a:rPr>
              <a:t>  </a:t>
            </a:r>
            <a:endParaRPr lang="en-IN" sz="3600" b="1" dirty="0">
              <a:solidFill>
                <a:srgbClr val="FF0000"/>
              </a:solidFill>
            </a:endParaRPr>
          </a:p>
        </p:txBody>
      </p:sp>
      <p:pic>
        <p:nvPicPr>
          <p:cNvPr id="4" name="Content Placeholder 4">
            <a:extLst>
              <a:ext uri="{FF2B5EF4-FFF2-40B4-BE49-F238E27FC236}">
                <a16:creationId xmlns:a16="http://schemas.microsoft.com/office/drawing/2014/main" id="{A6107720-8FED-7A59-574B-155ABF370CAA}"/>
              </a:ext>
            </a:extLst>
          </p:cNvPr>
          <p:cNvPicPr>
            <a:picLocks noGrp="1" noChangeAspect="1"/>
          </p:cNvPicPr>
          <p:nvPr/>
        </p:nvPicPr>
        <p:blipFill>
          <a:blip r:embed="rId3"/>
          <a:stretch>
            <a:fillRect/>
          </a:stretch>
        </p:blipFill>
        <p:spPr>
          <a:xfrm>
            <a:off x="643467" y="1070781"/>
            <a:ext cx="10905066" cy="4716438"/>
          </a:xfrm>
          <a:prstGeom prst="rect">
            <a:avLst/>
          </a:prstGeom>
        </p:spPr>
      </p:pic>
    </p:spTree>
    <p:extLst>
      <p:ext uri="{BB962C8B-B14F-4D97-AF65-F5344CB8AC3E}">
        <p14:creationId xmlns:p14="http://schemas.microsoft.com/office/powerpoint/2010/main" val="1598735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57D0B-2159-27AF-1037-F5B55460C314}"/>
            </a:ext>
          </a:extLst>
        </p:cNvPr>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10B7293D-8063-0896-35E3-91574468F008}"/>
              </a:ext>
            </a:extLst>
          </p:cNvPr>
          <p:cNvPicPr>
            <a:picLocks noChangeAspect="1"/>
          </p:cNvPicPr>
          <p:nvPr/>
        </p:nvPicPr>
        <p:blipFill>
          <a:blip r:embed="rId2"/>
          <a:stretch>
            <a:fillRect/>
          </a:stretch>
        </p:blipFill>
        <p:spPr>
          <a:xfrm>
            <a:off x="9867576" y="6057187"/>
            <a:ext cx="2324424" cy="704948"/>
          </a:xfrm>
          <a:prstGeom prst="rect">
            <a:avLst/>
          </a:prstGeom>
        </p:spPr>
      </p:pic>
      <p:sp>
        <p:nvSpPr>
          <p:cNvPr id="2" name="TextBox 1">
            <a:extLst>
              <a:ext uri="{FF2B5EF4-FFF2-40B4-BE49-F238E27FC236}">
                <a16:creationId xmlns:a16="http://schemas.microsoft.com/office/drawing/2014/main" id="{2EE7E5B4-577C-59F8-7C19-A2BA695B2960}"/>
              </a:ext>
            </a:extLst>
          </p:cNvPr>
          <p:cNvSpPr txBox="1"/>
          <p:nvPr/>
        </p:nvSpPr>
        <p:spPr>
          <a:xfrm>
            <a:off x="571500" y="666750"/>
            <a:ext cx="7105650" cy="646331"/>
          </a:xfrm>
          <a:prstGeom prst="rect">
            <a:avLst/>
          </a:prstGeom>
          <a:noFill/>
        </p:spPr>
        <p:txBody>
          <a:bodyPr wrap="square" rtlCol="0">
            <a:spAutoFit/>
          </a:bodyPr>
          <a:lstStyle/>
          <a:p>
            <a:r>
              <a:rPr lang="en-US" sz="3600" b="1" dirty="0">
                <a:solidFill>
                  <a:srgbClr val="FF0000"/>
                </a:solidFill>
              </a:rPr>
              <a:t>Hyperparameter Tuning:   </a:t>
            </a:r>
            <a:endParaRPr lang="en-IN" sz="3600" b="1" dirty="0">
              <a:solidFill>
                <a:srgbClr val="FF0000"/>
              </a:solidFill>
            </a:endParaRPr>
          </a:p>
        </p:txBody>
      </p:sp>
      <p:sp>
        <p:nvSpPr>
          <p:cNvPr id="5" name="TextBox 4">
            <a:extLst>
              <a:ext uri="{FF2B5EF4-FFF2-40B4-BE49-F238E27FC236}">
                <a16:creationId xmlns:a16="http://schemas.microsoft.com/office/drawing/2014/main" id="{87356756-38B5-52E6-8955-2CAAF8875006}"/>
              </a:ext>
            </a:extLst>
          </p:cNvPr>
          <p:cNvSpPr txBox="1"/>
          <p:nvPr/>
        </p:nvSpPr>
        <p:spPr>
          <a:xfrm>
            <a:off x="571500" y="1382286"/>
            <a:ext cx="10839450" cy="483209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Hyperparameter tuning was performed using </a:t>
            </a:r>
            <a:r>
              <a:rPr kumimoji="0" lang="en-US" altLang="en-US" sz="2200" b="1" i="0" u="none" strike="noStrike" cap="none" normalizeH="0" baseline="0" dirty="0" err="1">
                <a:ln>
                  <a:noFill/>
                </a:ln>
                <a:solidFill>
                  <a:schemeClr val="tx1"/>
                </a:solidFill>
                <a:effectLst/>
                <a:latin typeface="Arial" panose="020B0604020202020204" pitchFamily="34" charset="0"/>
              </a:rPr>
              <a:t>Optuna</a:t>
            </a:r>
            <a:r>
              <a:rPr kumimoji="0" lang="en-US" altLang="en-US" sz="2200" b="0" i="0" u="none" strike="noStrike" cap="none" normalizeH="0" baseline="0" dirty="0">
                <a:ln>
                  <a:noFill/>
                </a:ln>
                <a:solidFill>
                  <a:schemeClr val="tx1"/>
                </a:solidFill>
                <a:effectLst/>
                <a:latin typeface="Arial" panose="020B0604020202020204" pitchFamily="34" charset="0"/>
              </a:rPr>
              <a:t> to improve model performance.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For </a:t>
            </a:r>
            <a:r>
              <a:rPr kumimoji="0" lang="en-US" altLang="en-US" sz="2200" b="1" i="0" u="none" strike="noStrike" cap="none" normalizeH="0" baseline="0" dirty="0">
                <a:ln>
                  <a:noFill/>
                </a:ln>
                <a:solidFill>
                  <a:schemeClr val="tx1"/>
                </a:solidFill>
                <a:effectLst/>
                <a:latin typeface="Arial" panose="020B0604020202020204" pitchFamily="34" charset="0"/>
              </a:rPr>
              <a:t>SVM</a:t>
            </a:r>
            <a:r>
              <a:rPr kumimoji="0" lang="en-US" altLang="en-US" sz="2200" b="0" i="0" u="none" strike="noStrike" cap="none" normalizeH="0" baseline="0" dirty="0">
                <a:ln>
                  <a:noFill/>
                </a:ln>
                <a:solidFill>
                  <a:schemeClr val="tx1"/>
                </a:solidFill>
                <a:effectLst/>
                <a:latin typeface="Arial" panose="020B0604020202020204" pitchFamily="34" charset="0"/>
              </a:rPr>
              <a:t>, parameters such as </a:t>
            </a:r>
            <a:r>
              <a:rPr kumimoji="0" lang="en-US" altLang="en-US" sz="2200" b="1" i="0" u="none" strike="noStrike" cap="none" normalizeH="0" baseline="0" dirty="0">
                <a:ln>
                  <a:noFill/>
                </a:ln>
                <a:solidFill>
                  <a:schemeClr val="tx1"/>
                </a:solidFill>
                <a:effectLst/>
                <a:latin typeface="Arial" panose="020B0604020202020204" pitchFamily="34" charset="0"/>
              </a:rPr>
              <a:t>C (regularization)</a:t>
            </a:r>
            <a:r>
              <a:rPr kumimoji="0" lang="en-US" altLang="en-US" sz="2200" b="0" i="0" u="none" strike="noStrike" cap="none" normalizeH="0" baseline="0" dirty="0">
                <a:ln>
                  <a:noFill/>
                </a:ln>
                <a:solidFill>
                  <a:schemeClr val="tx1"/>
                </a:solidFill>
                <a:effectLst/>
                <a:latin typeface="Arial" panose="020B0604020202020204" pitchFamily="34" charset="0"/>
              </a:rPr>
              <a:t> and </a:t>
            </a:r>
            <a:r>
              <a:rPr kumimoji="0" lang="en-US" altLang="en-US" sz="2200" b="1" i="0" u="none" strike="noStrike" cap="none" normalizeH="0" baseline="0" dirty="0">
                <a:ln>
                  <a:noFill/>
                </a:ln>
                <a:solidFill>
                  <a:schemeClr val="tx1"/>
                </a:solidFill>
                <a:effectLst/>
                <a:latin typeface="Arial" panose="020B0604020202020204" pitchFamily="34" charset="0"/>
              </a:rPr>
              <a:t>Gamma</a:t>
            </a:r>
            <a:r>
              <a:rPr kumimoji="0" lang="en-US" altLang="en-US" sz="2200" b="0" i="0" u="none" strike="noStrike" cap="none" normalizeH="0" baseline="0" dirty="0">
                <a:ln>
                  <a:noFill/>
                </a:ln>
                <a:solidFill>
                  <a:schemeClr val="tx1"/>
                </a:solidFill>
                <a:effectLst/>
                <a:latin typeface="Arial" panose="020B0604020202020204" pitchFamily="34" charset="0"/>
              </a:rPr>
              <a:t> were optimized.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For </a:t>
            </a:r>
            <a:r>
              <a:rPr kumimoji="0" lang="en-US" altLang="en-US" sz="2200" b="1" i="0" u="none" strike="noStrike" cap="none" normalizeH="0" baseline="0" dirty="0">
                <a:ln>
                  <a:noFill/>
                </a:ln>
                <a:solidFill>
                  <a:schemeClr val="tx1"/>
                </a:solidFill>
                <a:effectLst/>
                <a:latin typeface="Arial" panose="020B0604020202020204" pitchFamily="34" charset="0"/>
              </a:rPr>
              <a:t>XG Boost</a:t>
            </a:r>
            <a:r>
              <a:rPr kumimoji="0" lang="en-US" altLang="en-US" sz="2200" b="0" i="0" u="none" strike="noStrike" cap="none" normalizeH="0" baseline="0" dirty="0">
                <a:ln>
                  <a:noFill/>
                </a:ln>
                <a:solidFill>
                  <a:schemeClr val="tx1"/>
                </a:solidFill>
                <a:effectLst/>
                <a:latin typeface="Arial" panose="020B0604020202020204" pitchFamily="34" charset="0"/>
              </a:rPr>
              <a:t>, parameters like </a:t>
            </a:r>
            <a:r>
              <a:rPr kumimoji="0" lang="en-US" altLang="en-US" sz="2200" b="1" i="0" u="none" strike="noStrike" cap="none" normalizeH="0" baseline="0" dirty="0">
                <a:ln>
                  <a:noFill/>
                </a:ln>
                <a:solidFill>
                  <a:schemeClr val="tx1"/>
                </a:solidFill>
                <a:effectLst/>
                <a:latin typeface="Arial" panose="020B0604020202020204" pitchFamily="34" charset="0"/>
              </a:rPr>
              <a:t>learning rate, </a:t>
            </a:r>
            <a:r>
              <a:rPr kumimoji="0" lang="en-US" altLang="en-US" sz="2200" b="1" i="0" u="none" strike="noStrike" cap="none" normalizeH="0" baseline="0" dirty="0" err="1">
                <a:ln>
                  <a:noFill/>
                </a:ln>
                <a:solidFill>
                  <a:schemeClr val="tx1"/>
                </a:solidFill>
                <a:effectLst/>
                <a:latin typeface="Arial" panose="020B0604020202020204" pitchFamily="34" charset="0"/>
              </a:rPr>
              <a:t>max_depth</a:t>
            </a:r>
            <a:r>
              <a:rPr kumimoji="0" lang="en-US" altLang="en-US" sz="2200" b="1" i="0" u="none" strike="noStrike" cap="none" normalizeH="0" baseline="0" dirty="0">
                <a:ln>
                  <a:noFill/>
                </a:ln>
                <a:solidFill>
                  <a:schemeClr val="tx1"/>
                </a:solidFill>
                <a:effectLst/>
                <a:latin typeface="Arial" panose="020B0604020202020204" pitchFamily="34" charset="0"/>
              </a:rPr>
              <a:t>, and </a:t>
            </a:r>
            <a:r>
              <a:rPr kumimoji="0" lang="en-US" altLang="en-US" sz="2200" b="1" i="0" u="none" strike="noStrike" cap="none" normalizeH="0" baseline="0" dirty="0" err="1">
                <a:ln>
                  <a:noFill/>
                </a:ln>
                <a:solidFill>
                  <a:schemeClr val="tx1"/>
                </a:solidFill>
                <a:effectLst/>
                <a:latin typeface="Arial" panose="020B0604020202020204" pitchFamily="34" charset="0"/>
              </a:rPr>
              <a:t>n_estimators</a:t>
            </a:r>
            <a:r>
              <a:rPr kumimoji="0" lang="en-US" altLang="en-US" sz="2200" b="0" i="0" u="none" strike="noStrike" cap="none" normalizeH="0" baseline="0" dirty="0">
                <a:ln>
                  <a:noFill/>
                </a:ln>
                <a:solidFill>
                  <a:schemeClr val="tx1"/>
                </a:solidFill>
                <a:effectLst/>
                <a:latin typeface="Arial" panose="020B0604020202020204" pitchFamily="34" charset="0"/>
              </a:rPr>
              <a:t> were tuned.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The best parameter combination was selected based on </a:t>
            </a:r>
            <a:r>
              <a:rPr kumimoji="0" lang="en-US" altLang="en-US" sz="2200" b="1" i="0" u="none" strike="noStrike" cap="none" normalizeH="0" baseline="0" dirty="0">
                <a:ln>
                  <a:noFill/>
                </a:ln>
                <a:solidFill>
                  <a:schemeClr val="tx1"/>
                </a:solidFill>
                <a:effectLst/>
                <a:latin typeface="Arial" panose="020B0604020202020204" pitchFamily="34" charset="0"/>
              </a:rPr>
              <a:t>F1-score</a:t>
            </a:r>
            <a:r>
              <a:rPr kumimoji="0" lang="en-US" altLang="en-US" sz="2200" b="0" i="0" u="none" strike="noStrike" cap="none" normalizeH="0" baseline="0" dirty="0">
                <a:ln>
                  <a:noFill/>
                </a:ln>
                <a:solidFill>
                  <a:schemeClr val="tx1"/>
                </a:solidFill>
                <a:effectLst/>
                <a:latin typeface="Arial" panose="020B0604020202020204" pitchFamily="34" charset="0"/>
              </a:rPr>
              <a:t>, resulting in improved accuracy and better generalization.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sz="2200" dirty="0"/>
              <a:t>  After tuning, the best parameter combination was selected and used to train the final model.</a:t>
            </a:r>
            <a:endParaRPr lang="en-IN" sz="2200" dirty="0"/>
          </a:p>
        </p:txBody>
      </p:sp>
    </p:spTree>
    <p:extLst>
      <p:ext uri="{BB962C8B-B14F-4D97-AF65-F5344CB8AC3E}">
        <p14:creationId xmlns:p14="http://schemas.microsoft.com/office/powerpoint/2010/main" val="1814503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79198-A4BD-E001-AC15-94414C9836C5}"/>
            </a:ext>
          </a:extLst>
        </p:cNvPr>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069BE0A5-FE9E-A151-3022-937A3453ABE9}"/>
              </a:ext>
            </a:extLst>
          </p:cNvPr>
          <p:cNvPicPr>
            <a:picLocks noChangeAspect="1"/>
          </p:cNvPicPr>
          <p:nvPr/>
        </p:nvPicPr>
        <p:blipFill>
          <a:blip r:embed="rId2"/>
          <a:stretch>
            <a:fillRect/>
          </a:stretch>
        </p:blipFill>
        <p:spPr>
          <a:xfrm>
            <a:off x="9867576" y="6057187"/>
            <a:ext cx="2324424" cy="704948"/>
          </a:xfrm>
          <a:prstGeom prst="rect">
            <a:avLst/>
          </a:prstGeom>
        </p:spPr>
      </p:pic>
      <p:sp>
        <p:nvSpPr>
          <p:cNvPr id="2" name="TextBox 1">
            <a:extLst>
              <a:ext uri="{FF2B5EF4-FFF2-40B4-BE49-F238E27FC236}">
                <a16:creationId xmlns:a16="http://schemas.microsoft.com/office/drawing/2014/main" id="{C5A88F1B-433F-594E-0514-CA094FDCCA11}"/>
              </a:ext>
            </a:extLst>
          </p:cNvPr>
          <p:cNvSpPr txBox="1"/>
          <p:nvPr/>
        </p:nvSpPr>
        <p:spPr>
          <a:xfrm>
            <a:off x="571500" y="666750"/>
            <a:ext cx="4419600" cy="646331"/>
          </a:xfrm>
          <a:prstGeom prst="rect">
            <a:avLst/>
          </a:prstGeom>
          <a:noFill/>
        </p:spPr>
        <p:txBody>
          <a:bodyPr wrap="square" rtlCol="0">
            <a:spAutoFit/>
          </a:bodyPr>
          <a:lstStyle/>
          <a:p>
            <a:r>
              <a:rPr lang="en-US" sz="3600" b="1" dirty="0" err="1">
                <a:solidFill>
                  <a:srgbClr val="FF0000"/>
                </a:solidFill>
              </a:rPr>
              <a:t>Shap</a:t>
            </a:r>
            <a:r>
              <a:rPr lang="en-US" sz="3600" b="1" dirty="0">
                <a:solidFill>
                  <a:srgbClr val="FF0000"/>
                </a:solidFill>
              </a:rPr>
              <a:t> Analysis:  </a:t>
            </a:r>
            <a:endParaRPr lang="en-IN" sz="3600" b="1" dirty="0">
              <a:solidFill>
                <a:srgbClr val="FF0000"/>
              </a:solidFill>
            </a:endParaRPr>
          </a:p>
        </p:txBody>
      </p:sp>
      <p:sp>
        <p:nvSpPr>
          <p:cNvPr id="5" name="TextBox 4">
            <a:extLst>
              <a:ext uri="{FF2B5EF4-FFF2-40B4-BE49-F238E27FC236}">
                <a16:creationId xmlns:a16="http://schemas.microsoft.com/office/drawing/2014/main" id="{B5E7B9B6-4679-E326-C28B-55BD6808C819}"/>
              </a:ext>
            </a:extLst>
          </p:cNvPr>
          <p:cNvSpPr txBox="1"/>
          <p:nvPr/>
        </p:nvSpPr>
        <p:spPr>
          <a:xfrm>
            <a:off x="685800" y="1654939"/>
            <a:ext cx="10820400" cy="3970318"/>
          </a:xfrm>
          <a:prstGeom prst="rect">
            <a:avLst/>
          </a:prstGeom>
          <a:noFill/>
        </p:spPr>
        <p:txBody>
          <a:bodyPr wrap="square">
            <a:spAutoFit/>
          </a:bodyPr>
          <a:lstStyle/>
          <a:p>
            <a:pPr marL="285750" indent="-285750">
              <a:buFont typeface="Arial" panose="020B0604020202020204" pitchFamily="34" charset="0"/>
              <a:buChar char="•"/>
            </a:pPr>
            <a:r>
              <a:rPr lang="en-US" sz="2800" dirty="0"/>
              <a:t>SHAP was used to interpret the XG Boost model predictions.</a:t>
            </a:r>
          </a:p>
          <a:p>
            <a:pPr marL="285750" indent="-285750">
              <a:buFont typeface="Arial" panose="020B0604020202020204" pitchFamily="34" charset="0"/>
              <a:buChar char="•"/>
            </a:pPr>
            <a:r>
              <a:rPr lang="en-US" sz="2800" dirty="0"/>
              <a:t>It helps in understanding how each feature contributes to the final prediction.</a:t>
            </a:r>
          </a:p>
          <a:p>
            <a:pPr marL="285750" indent="-285750">
              <a:buFont typeface="Arial" panose="020B0604020202020204" pitchFamily="34" charset="0"/>
              <a:buChar char="•"/>
            </a:pPr>
            <a:r>
              <a:rPr lang="en-US" sz="2800" dirty="0"/>
              <a:t>SHAP values show the impact (positive or negative) of each feature on heart disease risk.</a:t>
            </a:r>
          </a:p>
          <a:p>
            <a:pPr marL="285750" indent="-285750">
              <a:buFont typeface="Arial" panose="020B0604020202020204" pitchFamily="34" charset="0"/>
              <a:buChar char="•"/>
            </a:pPr>
            <a:r>
              <a:rPr lang="en-US" sz="2800" dirty="0"/>
              <a:t>Global feature importance was calculated by taking the mean absolute SHAP values.</a:t>
            </a:r>
          </a:p>
          <a:p>
            <a:pPr marL="285750" indent="-285750">
              <a:buFont typeface="Arial" panose="020B0604020202020204" pitchFamily="34" charset="0"/>
              <a:buChar char="•"/>
            </a:pPr>
            <a:r>
              <a:rPr lang="en-US" sz="2800" dirty="0"/>
              <a:t>This improves transparency and makes the model more explainable.</a:t>
            </a:r>
          </a:p>
        </p:txBody>
      </p:sp>
    </p:spTree>
    <p:extLst>
      <p:ext uri="{BB962C8B-B14F-4D97-AF65-F5344CB8AC3E}">
        <p14:creationId xmlns:p14="http://schemas.microsoft.com/office/powerpoint/2010/main" val="3366804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C940F-E2FC-0CD1-853C-871DB16F4C8F}"/>
            </a:ext>
          </a:extLst>
        </p:cNvPr>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AE123D4B-DA91-3E60-4443-D81403682A34}"/>
              </a:ext>
            </a:extLst>
          </p:cNvPr>
          <p:cNvPicPr>
            <a:picLocks noChangeAspect="1"/>
          </p:cNvPicPr>
          <p:nvPr/>
        </p:nvPicPr>
        <p:blipFill>
          <a:blip r:embed="rId2"/>
          <a:stretch>
            <a:fillRect/>
          </a:stretch>
        </p:blipFill>
        <p:spPr>
          <a:xfrm>
            <a:off x="9867576" y="6057187"/>
            <a:ext cx="2324424" cy="704948"/>
          </a:xfrm>
          <a:prstGeom prst="rect">
            <a:avLst/>
          </a:prstGeom>
        </p:spPr>
      </p:pic>
      <p:sp>
        <p:nvSpPr>
          <p:cNvPr id="2" name="TextBox 1">
            <a:extLst>
              <a:ext uri="{FF2B5EF4-FFF2-40B4-BE49-F238E27FC236}">
                <a16:creationId xmlns:a16="http://schemas.microsoft.com/office/drawing/2014/main" id="{A0FED178-9E0E-F376-9027-26F3A7DD0C30}"/>
              </a:ext>
            </a:extLst>
          </p:cNvPr>
          <p:cNvSpPr txBox="1"/>
          <p:nvPr/>
        </p:nvSpPr>
        <p:spPr>
          <a:xfrm>
            <a:off x="571500" y="666750"/>
            <a:ext cx="8039100" cy="646331"/>
          </a:xfrm>
          <a:prstGeom prst="rect">
            <a:avLst/>
          </a:prstGeom>
          <a:noFill/>
        </p:spPr>
        <p:txBody>
          <a:bodyPr wrap="square" rtlCol="0">
            <a:spAutoFit/>
          </a:bodyPr>
          <a:lstStyle/>
          <a:p>
            <a:r>
              <a:rPr lang="en-US" sz="3600" b="1" dirty="0">
                <a:solidFill>
                  <a:srgbClr val="FF0000"/>
                </a:solidFill>
              </a:rPr>
              <a:t>Prediction using XIA(SHAP):</a:t>
            </a:r>
            <a:endParaRPr lang="en-IN" sz="3600" b="1" dirty="0">
              <a:solidFill>
                <a:srgbClr val="FF0000"/>
              </a:solidFill>
            </a:endParaRPr>
          </a:p>
        </p:txBody>
      </p:sp>
      <p:sp>
        <p:nvSpPr>
          <p:cNvPr id="5" name="TextBox 4">
            <a:extLst>
              <a:ext uri="{FF2B5EF4-FFF2-40B4-BE49-F238E27FC236}">
                <a16:creationId xmlns:a16="http://schemas.microsoft.com/office/drawing/2014/main" id="{C2ADC9B8-F3AE-9F15-8149-F4CD4CCEF143}"/>
              </a:ext>
            </a:extLst>
          </p:cNvPr>
          <p:cNvSpPr txBox="1"/>
          <p:nvPr/>
        </p:nvSpPr>
        <p:spPr>
          <a:xfrm>
            <a:off x="571500" y="1997839"/>
            <a:ext cx="10687050" cy="3046988"/>
          </a:xfrm>
          <a:prstGeom prst="rect">
            <a:avLst/>
          </a:prstGeom>
          <a:noFill/>
        </p:spPr>
        <p:txBody>
          <a:bodyPr wrap="square">
            <a:spAutoFit/>
          </a:bodyPr>
          <a:lstStyle/>
          <a:p>
            <a:pPr marL="285750" indent="-285750">
              <a:buFont typeface="Arial" panose="020B0604020202020204" pitchFamily="34" charset="0"/>
              <a:buChar char="•"/>
            </a:pPr>
            <a:r>
              <a:rPr lang="en-US" sz="2400" dirty="0"/>
              <a:t>Explainable AI (XAI) was used to interpret model predictions.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SHAP explains how each feature contributes to increasing or decreasing heart disease risk.</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It provides transparency by showing why a particular prediction was made.</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This improves trust and reliability of the model in medical applications.</a:t>
            </a:r>
          </a:p>
        </p:txBody>
      </p:sp>
    </p:spTree>
    <p:extLst>
      <p:ext uri="{BB962C8B-B14F-4D97-AF65-F5344CB8AC3E}">
        <p14:creationId xmlns:p14="http://schemas.microsoft.com/office/powerpoint/2010/main" val="2381160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9500F-E974-D71D-43B1-1E30817BAFC2}"/>
            </a:ext>
          </a:extLst>
        </p:cNvPr>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8CCD7369-B737-FB82-A4A2-3400102BB192}"/>
              </a:ext>
            </a:extLst>
          </p:cNvPr>
          <p:cNvPicPr>
            <a:picLocks noChangeAspect="1"/>
          </p:cNvPicPr>
          <p:nvPr/>
        </p:nvPicPr>
        <p:blipFill>
          <a:blip r:embed="rId2"/>
          <a:stretch>
            <a:fillRect/>
          </a:stretch>
        </p:blipFill>
        <p:spPr>
          <a:xfrm>
            <a:off x="9867576" y="6057187"/>
            <a:ext cx="2324424" cy="704948"/>
          </a:xfrm>
          <a:prstGeom prst="rect">
            <a:avLst/>
          </a:prstGeom>
        </p:spPr>
      </p:pic>
      <p:sp>
        <p:nvSpPr>
          <p:cNvPr id="4" name="TextBox 3">
            <a:extLst>
              <a:ext uri="{FF2B5EF4-FFF2-40B4-BE49-F238E27FC236}">
                <a16:creationId xmlns:a16="http://schemas.microsoft.com/office/drawing/2014/main" id="{7DF541A0-EFF9-F2EF-3A7D-1C8BD8401610}"/>
              </a:ext>
            </a:extLst>
          </p:cNvPr>
          <p:cNvSpPr txBox="1"/>
          <p:nvPr/>
        </p:nvSpPr>
        <p:spPr>
          <a:xfrm>
            <a:off x="742950" y="457200"/>
            <a:ext cx="5353050" cy="830997"/>
          </a:xfrm>
          <a:prstGeom prst="rect">
            <a:avLst/>
          </a:prstGeom>
          <a:noFill/>
        </p:spPr>
        <p:txBody>
          <a:bodyPr wrap="square" rtlCol="0">
            <a:spAutoFit/>
          </a:bodyPr>
          <a:lstStyle/>
          <a:p>
            <a:r>
              <a:rPr lang="en-US" sz="4800" b="1" dirty="0">
                <a:solidFill>
                  <a:srgbClr val="FF0000"/>
                </a:solidFill>
              </a:rPr>
              <a:t>Conclusion:</a:t>
            </a:r>
            <a:endParaRPr lang="en-IN" sz="4800" b="1" dirty="0">
              <a:solidFill>
                <a:srgbClr val="FF0000"/>
              </a:solidFill>
            </a:endParaRPr>
          </a:p>
        </p:txBody>
      </p:sp>
      <p:sp>
        <p:nvSpPr>
          <p:cNvPr id="5" name="TextBox 4">
            <a:extLst>
              <a:ext uri="{FF2B5EF4-FFF2-40B4-BE49-F238E27FC236}">
                <a16:creationId xmlns:a16="http://schemas.microsoft.com/office/drawing/2014/main" id="{B8913165-E532-FC2A-BA45-317158763638}"/>
              </a:ext>
            </a:extLst>
          </p:cNvPr>
          <p:cNvSpPr txBox="1"/>
          <p:nvPr/>
        </p:nvSpPr>
        <p:spPr>
          <a:xfrm>
            <a:off x="971550" y="1443841"/>
            <a:ext cx="10248900" cy="3970318"/>
          </a:xfrm>
          <a:prstGeom prst="rect">
            <a:avLst/>
          </a:prstGeom>
          <a:noFill/>
        </p:spPr>
        <p:txBody>
          <a:bodyPr wrap="square" rtlCol="0">
            <a:spAutoFit/>
          </a:bodyPr>
          <a:lstStyle/>
          <a:p>
            <a:pPr marL="285750" indent="-285750">
              <a:buFont typeface="Arial" panose="020B0604020202020204" pitchFamily="34" charset="0"/>
              <a:buChar char="•"/>
            </a:pPr>
            <a:endParaRPr lang="en-IN" sz="2800" dirty="0"/>
          </a:p>
          <a:p>
            <a:pPr marL="457200" indent="-457200">
              <a:buFont typeface="Arial" panose="020B0604020202020204" pitchFamily="34" charset="0"/>
              <a:buChar char="•"/>
            </a:pPr>
            <a:r>
              <a:rPr lang="en-US" sz="2800" dirty="0"/>
              <a:t>This project, we predicted heart disease risk using Machine Learning.</a:t>
            </a:r>
          </a:p>
          <a:p>
            <a:pPr marL="457200" indent="-457200">
              <a:buFont typeface="Arial" panose="020B0604020202020204" pitchFamily="34" charset="0"/>
              <a:buChar char="•"/>
            </a:pPr>
            <a:r>
              <a:rPr lang="en-US" sz="2800" dirty="0"/>
              <a:t>We cleaned the dataset and handled missing values properly.</a:t>
            </a:r>
          </a:p>
          <a:p>
            <a:pPr marL="457200" indent="-457200">
              <a:buFont typeface="Arial" panose="020B0604020202020204" pitchFamily="34" charset="0"/>
              <a:buChar char="•"/>
            </a:pPr>
            <a:r>
              <a:rPr lang="en-US" sz="2800" dirty="0"/>
              <a:t>We analyzed important features using EDA and correlation matrix.</a:t>
            </a:r>
          </a:p>
          <a:p>
            <a:pPr marL="457200" indent="-457200">
              <a:buFont typeface="Arial" panose="020B0604020202020204" pitchFamily="34" charset="0"/>
              <a:buChar char="•"/>
            </a:pPr>
            <a:r>
              <a:rPr lang="en-US" sz="2800" dirty="0"/>
              <a:t>Models like XG Boost, SVM, and Random Forest gave good accuracy.</a:t>
            </a:r>
          </a:p>
          <a:p>
            <a:pPr marL="457200" indent="-457200">
              <a:buFont typeface="Arial" panose="020B0604020202020204" pitchFamily="34" charset="0"/>
              <a:buChar char="•"/>
            </a:pPr>
            <a:r>
              <a:rPr lang="en-US" sz="2800" dirty="0"/>
              <a:t>This system can help in early detection of heart disease.</a:t>
            </a:r>
            <a:endParaRPr lang="en-IN" sz="2800" dirty="0"/>
          </a:p>
        </p:txBody>
      </p:sp>
    </p:spTree>
    <p:extLst>
      <p:ext uri="{BB962C8B-B14F-4D97-AF65-F5344CB8AC3E}">
        <p14:creationId xmlns:p14="http://schemas.microsoft.com/office/powerpoint/2010/main" val="1558665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2850"/>
            <a:ext cx="12192000" cy="6903699"/>
          </a:xfrm>
          <a:custGeom>
            <a:avLst/>
            <a:gdLst/>
            <a:ahLst/>
            <a:cxnLst/>
            <a:rect l="l" t="t" r="r" b="b"/>
            <a:pathLst>
              <a:path w="18288000" h="10355548">
                <a:moveTo>
                  <a:pt x="0" y="0"/>
                </a:moveTo>
                <a:lnTo>
                  <a:pt x="18288000" y="0"/>
                </a:lnTo>
                <a:lnTo>
                  <a:pt x="18288000" y="10355548"/>
                </a:lnTo>
                <a:lnTo>
                  <a:pt x="0" y="10355548"/>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11462423" y="6140450"/>
            <a:ext cx="189155" cy="221664"/>
          </a:xfrm>
          <a:prstGeom prst="rect">
            <a:avLst/>
          </a:prstGeom>
        </p:spPr>
        <p:txBody>
          <a:bodyPr wrap="none" lIns="0" tIns="0" rIns="0" bIns="0" rtlCol="0" anchor="t">
            <a:spAutoFit/>
          </a:bodyPr>
          <a:lstStyle/>
          <a:p>
            <a:pPr algn="ctr">
              <a:lnSpc>
                <a:spcPts val="1867"/>
              </a:lnSpc>
              <a:spcBef>
                <a:spcPct val="0"/>
              </a:spcBef>
            </a:pPr>
            <a:r>
              <a:rPr lang="en-US" sz="1333">
                <a:solidFill>
                  <a:srgbClr val="000000"/>
                </a:solidFill>
                <a:latin typeface="Canva Sans"/>
                <a:ea typeface="Canva Sans"/>
                <a:cs typeface="Canva Sans"/>
                <a:sym typeface="Canva Sans"/>
              </a:rPr>
              <a:t>16</a:t>
            </a:r>
          </a:p>
        </p:txBody>
      </p:sp>
    </p:spTree>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444</TotalTime>
  <Words>975</Words>
  <Application>Microsoft Office PowerPoint</Application>
  <PresentationFormat>Widescreen</PresentationFormat>
  <Paragraphs>129</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Cambria Math</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juppara032@gmail.com</dc:creator>
  <cp:lastModifiedBy>juppara032@gmail.com</cp:lastModifiedBy>
  <cp:revision>1</cp:revision>
  <dcterms:created xsi:type="dcterms:W3CDTF">2026-02-20T11:02:21Z</dcterms:created>
  <dcterms:modified xsi:type="dcterms:W3CDTF">2026-02-21T06:41:46Z</dcterms:modified>
</cp:coreProperties>
</file>